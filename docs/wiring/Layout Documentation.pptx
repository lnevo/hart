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65" r:id="rId2"/>
    <p:sldId id="273" r:id="rId3"/>
    <p:sldId id="264" r:id="rId4"/>
    <p:sldId id="261" r:id="rId5"/>
    <p:sldId id="270" r:id="rId6"/>
    <p:sldId id="271" r:id="rId7"/>
    <p:sldId id="272" r:id="rId8"/>
    <p:sldId id="266"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49"/>
    <p:restoredTop sz="94558"/>
  </p:normalViewPr>
  <p:slideViewPr>
    <p:cSldViewPr snapToGrid="0">
      <p:cViewPr varScale="1">
        <p:scale>
          <a:sx n="121" d="100"/>
          <a:sy n="121" d="100"/>
        </p:scale>
        <p:origin x="744"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85BFAC-409B-4474-B137-A33E0E11366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BBA91BD-B792-B4B2-1356-339F8C1381B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B4F1FD3-420A-1183-08B5-408936D8BE98}"/>
              </a:ext>
            </a:extLst>
          </p:cNvPr>
          <p:cNvSpPr>
            <a:spLocks noGrp="1"/>
          </p:cNvSpPr>
          <p:nvPr>
            <p:ph type="dt" sz="half" idx="10"/>
          </p:nvPr>
        </p:nvSpPr>
        <p:spPr/>
        <p:txBody>
          <a:bodyPr/>
          <a:lstStyle/>
          <a:p>
            <a:fld id="{A97A28C9-7C0E-2549-A4E1-D2F9B356BFD6}" type="datetimeFigureOut">
              <a:rPr lang="en-US" smtClean="0"/>
              <a:t>12/8/25</a:t>
            </a:fld>
            <a:endParaRPr lang="en-US"/>
          </a:p>
        </p:txBody>
      </p:sp>
      <p:sp>
        <p:nvSpPr>
          <p:cNvPr id="5" name="Footer Placeholder 4">
            <a:extLst>
              <a:ext uri="{FF2B5EF4-FFF2-40B4-BE49-F238E27FC236}">
                <a16:creationId xmlns:a16="http://schemas.microsoft.com/office/drawing/2014/main" id="{E12CEAAF-9D97-3831-C989-836CD94D4E0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BCE57B0-F72A-FECA-3496-0292BE13A409}"/>
              </a:ext>
            </a:extLst>
          </p:cNvPr>
          <p:cNvSpPr>
            <a:spLocks noGrp="1"/>
          </p:cNvSpPr>
          <p:nvPr>
            <p:ph type="sldNum" sz="quarter" idx="12"/>
          </p:nvPr>
        </p:nvSpPr>
        <p:spPr/>
        <p:txBody>
          <a:bodyPr/>
          <a:lstStyle/>
          <a:p>
            <a:fld id="{1274BD81-BCB7-0541-9E50-CA6ACB3BDCA9}" type="slidenum">
              <a:rPr lang="en-US" smtClean="0"/>
              <a:t>‹#›</a:t>
            </a:fld>
            <a:endParaRPr lang="en-US"/>
          </a:p>
        </p:txBody>
      </p:sp>
    </p:spTree>
    <p:extLst>
      <p:ext uri="{BB962C8B-B14F-4D97-AF65-F5344CB8AC3E}">
        <p14:creationId xmlns:p14="http://schemas.microsoft.com/office/powerpoint/2010/main" val="37405238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EADE33-5C78-2E50-1046-B0713F86F5C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374FB14-FA09-97E1-042B-9E8D308114F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A5BDCAB-2E77-B084-3129-47CC85EEFED6}"/>
              </a:ext>
            </a:extLst>
          </p:cNvPr>
          <p:cNvSpPr>
            <a:spLocks noGrp="1"/>
          </p:cNvSpPr>
          <p:nvPr>
            <p:ph type="dt" sz="half" idx="10"/>
          </p:nvPr>
        </p:nvSpPr>
        <p:spPr/>
        <p:txBody>
          <a:bodyPr/>
          <a:lstStyle/>
          <a:p>
            <a:fld id="{A97A28C9-7C0E-2549-A4E1-D2F9B356BFD6}" type="datetimeFigureOut">
              <a:rPr lang="en-US" smtClean="0"/>
              <a:t>12/8/25</a:t>
            </a:fld>
            <a:endParaRPr lang="en-US"/>
          </a:p>
        </p:txBody>
      </p:sp>
      <p:sp>
        <p:nvSpPr>
          <p:cNvPr id="5" name="Footer Placeholder 4">
            <a:extLst>
              <a:ext uri="{FF2B5EF4-FFF2-40B4-BE49-F238E27FC236}">
                <a16:creationId xmlns:a16="http://schemas.microsoft.com/office/drawing/2014/main" id="{DE97D6F5-A3B6-AEF8-5141-433EFF87454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0023CD2-7EF3-42A8-E8E2-19EDD82BC6AD}"/>
              </a:ext>
            </a:extLst>
          </p:cNvPr>
          <p:cNvSpPr>
            <a:spLocks noGrp="1"/>
          </p:cNvSpPr>
          <p:nvPr>
            <p:ph type="sldNum" sz="quarter" idx="12"/>
          </p:nvPr>
        </p:nvSpPr>
        <p:spPr/>
        <p:txBody>
          <a:bodyPr/>
          <a:lstStyle/>
          <a:p>
            <a:fld id="{1274BD81-BCB7-0541-9E50-CA6ACB3BDCA9}" type="slidenum">
              <a:rPr lang="en-US" smtClean="0"/>
              <a:t>‹#›</a:t>
            </a:fld>
            <a:endParaRPr lang="en-US"/>
          </a:p>
        </p:txBody>
      </p:sp>
    </p:spTree>
    <p:extLst>
      <p:ext uri="{BB962C8B-B14F-4D97-AF65-F5344CB8AC3E}">
        <p14:creationId xmlns:p14="http://schemas.microsoft.com/office/powerpoint/2010/main" val="39393322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FB6C00-8CD8-CB9B-674A-90D74A0A75D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70C8FD0-8021-4715-32D2-AD78739C409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3617E65-76EB-AD8F-0815-911592431924}"/>
              </a:ext>
            </a:extLst>
          </p:cNvPr>
          <p:cNvSpPr>
            <a:spLocks noGrp="1"/>
          </p:cNvSpPr>
          <p:nvPr>
            <p:ph type="dt" sz="half" idx="10"/>
          </p:nvPr>
        </p:nvSpPr>
        <p:spPr/>
        <p:txBody>
          <a:bodyPr/>
          <a:lstStyle/>
          <a:p>
            <a:fld id="{A97A28C9-7C0E-2549-A4E1-D2F9B356BFD6}" type="datetimeFigureOut">
              <a:rPr lang="en-US" smtClean="0"/>
              <a:t>12/8/25</a:t>
            </a:fld>
            <a:endParaRPr lang="en-US"/>
          </a:p>
        </p:txBody>
      </p:sp>
      <p:sp>
        <p:nvSpPr>
          <p:cNvPr id="5" name="Footer Placeholder 4">
            <a:extLst>
              <a:ext uri="{FF2B5EF4-FFF2-40B4-BE49-F238E27FC236}">
                <a16:creationId xmlns:a16="http://schemas.microsoft.com/office/drawing/2014/main" id="{494577BA-8A2B-48EF-7D47-EEF0F9DBE83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4961563-F227-3DF2-7F90-3FB738104986}"/>
              </a:ext>
            </a:extLst>
          </p:cNvPr>
          <p:cNvSpPr>
            <a:spLocks noGrp="1"/>
          </p:cNvSpPr>
          <p:nvPr>
            <p:ph type="sldNum" sz="quarter" idx="12"/>
          </p:nvPr>
        </p:nvSpPr>
        <p:spPr/>
        <p:txBody>
          <a:bodyPr/>
          <a:lstStyle/>
          <a:p>
            <a:fld id="{1274BD81-BCB7-0541-9E50-CA6ACB3BDCA9}" type="slidenum">
              <a:rPr lang="en-US" smtClean="0"/>
              <a:t>‹#›</a:t>
            </a:fld>
            <a:endParaRPr lang="en-US"/>
          </a:p>
        </p:txBody>
      </p:sp>
    </p:spTree>
    <p:extLst>
      <p:ext uri="{BB962C8B-B14F-4D97-AF65-F5344CB8AC3E}">
        <p14:creationId xmlns:p14="http://schemas.microsoft.com/office/powerpoint/2010/main" val="22497241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6C1593-E52C-9A4C-1430-7920D87E02F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6BF9B8A-BF96-469A-1204-9F1A65D666C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A983F69-964B-85A8-9078-A3315958A13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141D7E5-A08F-4B01-2682-321C45B61C55}"/>
              </a:ext>
            </a:extLst>
          </p:cNvPr>
          <p:cNvSpPr>
            <a:spLocks noGrp="1"/>
          </p:cNvSpPr>
          <p:nvPr>
            <p:ph type="dt" sz="half" idx="10"/>
          </p:nvPr>
        </p:nvSpPr>
        <p:spPr/>
        <p:txBody>
          <a:bodyPr/>
          <a:lstStyle/>
          <a:p>
            <a:fld id="{A97A28C9-7C0E-2549-A4E1-D2F9B356BFD6}" type="datetimeFigureOut">
              <a:rPr lang="en-US" smtClean="0"/>
              <a:t>12/8/25</a:t>
            </a:fld>
            <a:endParaRPr lang="en-US"/>
          </a:p>
        </p:txBody>
      </p:sp>
      <p:sp>
        <p:nvSpPr>
          <p:cNvPr id="6" name="Footer Placeholder 5">
            <a:extLst>
              <a:ext uri="{FF2B5EF4-FFF2-40B4-BE49-F238E27FC236}">
                <a16:creationId xmlns:a16="http://schemas.microsoft.com/office/drawing/2014/main" id="{B4BB7CA4-C754-3023-FA21-5ED37EAD48B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8FF389C-E8CA-78B1-CB7D-A748B8BBAD05}"/>
              </a:ext>
            </a:extLst>
          </p:cNvPr>
          <p:cNvSpPr>
            <a:spLocks noGrp="1"/>
          </p:cNvSpPr>
          <p:nvPr>
            <p:ph type="sldNum" sz="quarter" idx="12"/>
          </p:nvPr>
        </p:nvSpPr>
        <p:spPr/>
        <p:txBody>
          <a:bodyPr/>
          <a:lstStyle/>
          <a:p>
            <a:fld id="{1274BD81-BCB7-0541-9E50-CA6ACB3BDCA9}" type="slidenum">
              <a:rPr lang="en-US" smtClean="0"/>
              <a:t>‹#›</a:t>
            </a:fld>
            <a:endParaRPr lang="en-US"/>
          </a:p>
        </p:txBody>
      </p:sp>
    </p:spTree>
    <p:extLst>
      <p:ext uri="{BB962C8B-B14F-4D97-AF65-F5344CB8AC3E}">
        <p14:creationId xmlns:p14="http://schemas.microsoft.com/office/powerpoint/2010/main" val="16055142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BD1A7F-8ACF-7133-D872-CCBA950EE50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2BD82D7-DACD-D7FD-F82A-6FB4015A4CC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EA45D1C-B69B-23EF-DA6D-F01EA0AAF55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F28B494-CD5B-D5B3-2CD8-FB5BE9232B4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A948E43-59C3-FFC7-92BE-F7F19177E03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7077EAF-18DE-1BA8-63AA-16CD4EE4C49A}"/>
              </a:ext>
            </a:extLst>
          </p:cNvPr>
          <p:cNvSpPr>
            <a:spLocks noGrp="1"/>
          </p:cNvSpPr>
          <p:nvPr>
            <p:ph type="dt" sz="half" idx="10"/>
          </p:nvPr>
        </p:nvSpPr>
        <p:spPr/>
        <p:txBody>
          <a:bodyPr/>
          <a:lstStyle/>
          <a:p>
            <a:fld id="{A97A28C9-7C0E-2549-A4E1-D2F9B356BFD6}" type="datetimeFigureOut">
              <a:rPr lang="en-US" smtClean="0"/>
              <a:t>12/8/25</a:t>
            </a:fld>
            <a:endParaRPr lang="en-US"/>
          </a:p>
        </p:txBody>
      </p:sp>
      <p:sp>
        <p:nvSpPr>
          <p:cNvPr id="8" name="Footer Placeholder 7">
            <a:extLst>
              <a:ext uri="{FF2B5EF4-FFF2-40B4-BE49-F238E27FC236}">
                <a16:creationId xmlns:a16="http://schemas.microsoft.com/office/drawing/2014/main" id="{934EE43F-711E-5CA1-3A04-56D4D47D7A8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94E3EB8-C3C0-2DC6-934F-0DDB09D260D1}"/>
              </a:ext>
            </a:extLst>
          </p:cNvPr>
          <p:cNvSpPr>
            <a:spLocks noGrp="1"/>
          </p:cNvSpPr>
          <p:nvPr>
            <p:ph type="sldNum" sz="quarter" idx="12"/>
          </p:nvPr>
        </p:nvSpPr>
        <p:spPr/>
        <p:txBody>
          <a:bodyPr/>
          <a:lstStyle/>
          <a:p>
            <a:fld id="{1274BD81-BCB7-0541-9E50-CA6ACB3BDCA9}" type="slidenum">
              <a:rPr lang="en-US" smtClean="0"/>
              <a:t>‹#›</a:t>
            </a:fld>
            <a:endParaRPr lang="en-US"/>
          </a:p>
        </p:txBody>
      </p:sp>
    </p:spTree>
    <p:extLst>
      <p:ext uri="{BB962C8B-B14F-4D97-AF65-F5344CB8AC3E}">
        <p14:creationId xmlns:p14="http://schemas.microsoft.com/office/powerpoint/2010/main" val="1685580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183A83-17E9-5531-631C-DD5BD5F218E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897022C-1E39-4AFF-E793-63E67643D9CB}"/>
              </a:ext>
            </a:extLst>
          </p:cNvPr>
          <p:cNvSpPr>
            <a:spLocks noGrp="1"/>
          </p:cNvSpPr>
          <p:nvPr>
            <p:ph type="dt" sz="half" idx="10"/>
          </p:nvPr>
        </p:nvSpPr>
        <p:spPr/>
        <p:txBody>
          <a:bodyPr/>
          <a:lstStyle/>
          <a:p>
            <a:fld id="{A97A28C9-7C0E-2549-A4E1-D2F9B356BFD6}" type="datetimeFigureOut">
              <a:rPr lang="en-US" smtClean="0"/>
              <a:t>12/8/25</a:t>
            </a:fld>
            <a:endParaRPr lang="en-US"/>
          </a:p>
        </p:txBody>
      </p:sp>
      <p:sp>
        <p:nvSpPr>
          <p:cNvPr id="4" name="Footer Placeholder 3">
            <a:extLst>
              <a:ext uri="{FF2B5EF4-FFF2-40B4-BE49-F238E27FC236}">
                <a16:creationId xmlns:a16="http://schemas.microsoft.com/office/drawing/2014/main" id="{AD09E1A4-20B1-E1F3-E307-1CBF67F35F0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0E0EFEB-76DF-A8D2-4629-5F07B6AC83CB}"/>
              </a:ext>
            </a:extLst>
          </p:cNvPr>
          <p:cNvSpPr>
            <a:spLocks noGrp="1"/>
          </p:cNvSpPr>
          <p:nvPr>
            <p:ph type="sldNum" sz="quarter" idx="12"/>
          </p:nvPr>
        </p:nvSpPr>
        <p:spPr/>
        <p:txBody>
          <a:bodyPr/>
          <a:lstStyle/>
          <a:p>
            <a:fld id="{1274BD81-BCB7-0541-9E50-CA6ACB3BDCA9}" type="slidenum">
              <a:rPr lang="en-US" smtClean="0"/>
              <a:t>‹#›</a:t>
            </a:fld>
            <a:endParaRPr lang="en-US"/>
          </a:p>
        </p:txBody>
      </p:sp>
    </p:spTree>
    <p:extLst>
      <p:ext uri="{BB962C8B-B14F-4D97-AF65-F5344CB8AC3E}">
        <p14:creationId xmlns:p14="http://schemas.microsoft.com/office/powerpoint/2010/main" val="13717791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08EEBAF-2F8B-A2AD-EFB3-0A4A380EDFB5}"/>
              </a:ext>
            </a:extLst>
          </p:cNvPr>
          <p:cNvSpPr>
            <a:spLocks noGrp="1"/>
          </p:cNvSpPr>
          <p:nvPr>
            <p:ph type="dt" sz="half" idx="10"/>
          </p:nvPr>
        </p:nvSpPr>
        <p:spPr/>
        <p:txBody>
          <a:bodyPr/>
          <a:lstStyle/>
          <a:p>
            <a:fld id="{A97A28C9-7C0E-2549-A4E1-D2F9B356BFD6}" type="datetimeFigureOut">
              <a:rPr lang="en-US" smtClean="0"/>
              <a:t>12/8/25</a:t>
            </a:fld>
            <a:endParaRPr lang="en-US"/>
          </a:p>
        </p:txBody>
      </p:sp>
      <p:sp>
        <p:nvSpPr>
          <p:cNvPr id="3" name="Footer Placeholder 2">
            <a:extLst>
              <a:ext uri="{FF2B5EF4-FFF2-40B4-BE49-F238E27FC236}">
                <a16:creationId xmlns:a16="http://schemas.microsoft.com/office/drawing/2014/main" id="{EE27A77A-519C-F177-6F57-AC498D49837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45A832C-B007-2572-1347-B37C5566F71E}"/>
              </a:ext>
            </a:extLst>
          </p:cNvPr>
          <p:cNvSpPr>
            <a:spLocks noGrp="1"/>
          </p:cNvSpPr>
          <p:nvPr>
            <p:ph type="sldNum" sz="quarter" idx="12"/>
          </p:nvPr>
        </p:nvSpPr>
        <p:spPr/>
        <p:txBody>
          <a:bodyPr/>
          <a:lstStyle/>
          <a:p>
            <a:fld id="{1274BD81-BCB7-0541-9E50-CA6ACB3BDCA9}" type="slidenum">
              <a:rPr lang="en-US" smtClean="0"/>
              <a:t>‹#›</a:t>
            </a:fld>
            <a:endParaRPr lang="en-US"/>
          </a:p>
        </p:txBody>
      </p:sp>
    </p:spTree>
    <p:extLst>
      <p:ext uri="{BB962C8B-B14F-4D97-AF65-F5344CB8AC3E}">
        <p14:creationId xmlns:p14="http://schemas.microsoft.com/office/powerpoint/2010/main" val="13146598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F19453-E1A4-DF8A-6E6D-E2B2502FECC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9DEEA57-B1FD-FB19-6459-5D252C4EF68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AED6DF5-1FF9-E492-4F17-91837C99584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9723F0A-D252-81BD-27F4-5B08CFDA890E}"/>
              </a:ext>
            </a:extLst>
          </p:cNvPr>
          <p:cNvSpPr>
            <a:spLocks noGrp="1"/>
          </p:cNvSpPr>
          <p:nvPr>
            <p:ph type="dt" sz="half" idx="10"/>
          </p:nvPr>
        </p:nvSpPr>
        <p:spPr/>
        <p:txBody>
          <a:bodyPr/>
          <a:lstStyle/>
          <a:p>
            <a:fld id="{A97A28C9-7C0E-2549-A4E1-D2F9B356BFD6}" type="datetimeFigureOut">
              <a:rPr lang="en-US" smtClean="0"/>
              <a:t>12/8/25</a:t>
            </a:fld>
            <a:endParaRPr lang="en-US"/>
          </a:p>
        </p:txBody>
      </p:sp>
      <p:sp>
        <p:nvSpPr>
          <p:cNvPr id="6" name="Footer Placeholder 5">
            <a:extLst>
              <a:ext uri="{FF2B5EF4-FFF2-40B4-BE49-F238E27FC236}">
                <a16:creationId xmlns:a16="http://schemas.microsoft.com/office/drawing/2014/main" id="{E894F69D-0BC3-7AC9-B6A4-DCAC8AF7961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8E369EE-3CE4-A17E-EEC7-D5538E8EDB00}"/>
              </a:ext>
            </a:extLst>
          </p:cNvPr>
          <p:cNvSpPr>
            <a:spLocks noGrp="1"/>
          </p:cNvSpPr>
          <p:nvPr>
            <p:ph type="sldNum" sz="quarter" idx="12"/>
          </p:nvPr>
        </p:nvSpPr>
        <p:spPr/>
        <p:txBody>
          <a:bodyPr/>
          <a:lstStyle/>
          <a:p>
            <a:fld id="{1274BD81-BCB7-0541-9E50-CA6ACB3BDCA9}" type="slidenum">
              <a:rPr lang="en-US" smtClean="0"/>
              <a:t>‹#›</a:t>
            </a:fld>
            <a:endParaRPr lang="en-US"/>
          </a:p>
        </p:txBody>
      </p:sp>
    </p:spTree>
    <p:extLst>
      <p:ext uri="{BB962C8B-B14F-4D97-AF65-F5344CB8AC3E}">
        <p14:creationId xmlns:p14="http://schemas.microsoft.com/office/powerpoint/2010/main" val="22294848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BAB220-B267-3E4A-470B-25AB5E8269B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A6C5BC7-8BC0-2D0A-5627-3787DD6AB67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A38EA6F-9155-DEFD-562A-CAD034B3C0F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80DEF77-09D1-58E5-CF3D-AE1703E837B6}"/>
              </a:ext>
            </a:extLst>
          </p:cNvPr>
          <p:cNvSpPr>
            <a:spLocks noGrp="1"/>
          </p:cNvSpPr>
          <p:nvPr>
            <p:ph type="dt" sz="half" idx="10"/>
          </p:nvPr>
        </p:nvSpPr>
        <p:spPr/>
        <p:txBody>
          <a:bodyPr/>
          <a:lstStyle/>
          <a:p>
            <a:fld id="{A97A28C9-7C0E-2549-A4E1-D2F9B356BFD6}" type="datetimeFigureOut">
              <a:rPr lang="en-US" smtClean="0"/>
              <a:t>12/8/25</a:t>
            </a:fld>
            <a:endParaRPr lang="en-US"/>
          </a:p>
        </p:txBody>
      </p:sp>
      <p:sp>
        <p:nvSpPr>
          <p:cNvPr id="6" name="Footer Placeholder 5">
            <a:extLst>
              <a:ext uri="{FF2B5EF4-FFF2-40B4-BE49-F238E27FC236}">
                <a16:creationId xmlns:a16="http://schemas.microsoft.com/office/drawing/2014/main" id="{229BBD84-B57F-D39E-318C-C84AACAD22E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D1BD1B5-5F9F-EDC6-5552-C7E46E65E06A}"/>
              </a:ext>
            </a:extLst>
          </p:cNvPr>
          <p:cNvSpPr>
            <a:spLocks noGrp="1"/>
          </p:cNvSpPr>
          <p:nvPr>
            <p:ph type="sldNum" sz="quarter" idx="12"/>
          </p:nvPr>
        </p:nvSpPr>
        <p:spPr/>
        <p:txBody>
          <a:bodyPr/>
          <a:lstStyle/>
          <a:p>
            <a:fld id="{1274BD81-BCB7-0541-9E50-CA6ACB3BDCA9}" type="slidenum">
              <a:rPr lang="en-US" smtClean="0"/>
              <a:t>‹#›</a:t>
            </a:fld>
            <a:endParaRPr lang="en-US"/>
          </a:p>
        </p:txBody>
      </p:sp>
    </p:spTree>
    <p:extLst>
      <p:ext uri="{BB962C8B-B14F-4D97-AF65-F5344CB8AC3E}">
        <p14:creationId xmlns:p14="http://schemas.microsoft.com/office/powerpoint/2010/main" val="14818458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71C909-DD6B-ACE6-544C-08C0EC3AC58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4EE7675-6690-CAFB-A487-B7156E759F3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FCB3094-A4DC-A62C-85EA-B99ABE083A82}"/>
              </a:ext>
            </a:extLst>
          </p:cNvPr>
          <p:cNvSpPr>
            <a:spLocks noGrp="1"/>
          </p:cNvSpPr>
          <p:nvPr>
            <p:ph type="dt" sz="half" idx="10"/>
          </p:nvPr>
        </p:nvSpPr>
        <p:spPr/>
        <p:txBody>
          <a:bodyPr/>
          <a:lstStyle/>
          <a:p>
            <a:fld id="{A97A28C9-7C0E-2549-A4E1-D2F9B356BFD6}" type="datetimeFigureOut">
              <a:rPr lang="en-US" smtClean="0"/>
              <a:t>12/8/25</a:t>
            </a:fld>
            <a:endParaRPr lang="en-US"/>
          </a:p>
        </p:txBody>
      </p:sp>
      <p:sp>
        <p:nvSpPr>
          <p:cNvPr id="5" name="Footer Placeholder 4">
            <a:extLst>
              <a:ext uri="{FF2B5EF4-FFF2-40B4-BE49-F238E27FC236}">
                <a16:creationId xmlns:a16="http://schemas.microsoft.com/office/drawing/2014/main" id="{B4443DC2-530A-90F5-A9F4-F1AEDAC4F6D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D8115C9-9ED7-6738-CBC6-CC41678AB5EB}"/>
              </a:ext>
            </a:extLst>
          </p:cNvPr>
          <p:cNvSpPr>
            <a:spLocks noGrp="1"/>
          </p:cNvSpPr>
          <p:nvPr>
            <p:ph type="sldNum" sz="quarter" idx="12"/>
          </p:nvPr>
        </p:nvSpPr>
        <p:spPr/>
        <p:txBody>
          <a:bodyPr/>
          <a:lstStyle/>
          <a:p>
            <a:fld id="{1274BD81-BCB7-0541-9E50-CA6ACB3BDCA9}" type="slidenum">
              <a:rPr lang="en-US" smtClean="0"/>
              <a:t>‹#›</a:t>
            </a:fld>
            <a:endParaRPr lang="en-US"/>
          </a:p>
        </p:txBody>
      </p:sp>
    </p:spTree>
    <p:extLst>
      <p:ext uri="{BB962C8B-B14F-4D97-AF65-F5344CB8AC3E}">
        <p14:creationId xmlns:p14="http://schemas.microsoft.com/office/powerpoint/2010/main" val="35349763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B7BB3A5-CFA6-EB82-7845-E417E4904B0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0F26400-1E11-FE9A-BEFF-3F8EF146F21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093F538-6F8D-7517-6428-8C6E14F920B1}"/>
              </a:ext>
            </a:extLst>
          </p:cNvPr>
          <p:cNvSpPr>
            <a:spLocks noGrp="1"/>
          </p:cNvSpPr>
          <p:nvPr>
            <p:ph type="dt" sz="half" idx="10"/>
          </p:nvPr>
        </p:nvSpPr>
        <p:spPr/>
        <p:txBody>
          <a:bodyPr/>
          <a:lstStyle/>
          <a:p>
            <a:fld id="{A97A28C9-7C0E-2549-A4E1-D2F9B356BFD6}" type="datetimeFigureOut">
              <a:rPr lang="en-US" smtClean="0"/>
              <a:t>12/8/25</a:t>
            </a:fld>
            <a:endParaRPr lang="en-US"/>
          </a:p>
        </p:txBody>
      </p:sp>
      <p:sp>
        <p:nvSpPr>
          <p:cNvPr id="5" name="Footer Placeholder 4">
            <a:extLst>
              <a:ext uri="{FF2B5EF4-FFF2-40B4-BE49-F238E27FC236}">
                <a16:creationId xmlns:a16="http://schemas.microsoft.com/office/drawing/2014/main" id="{4CDACBAE-C042-EB87-F487-167C1A23C54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C9FA27E-86FB-75D4-6F06-74E189F3C38F}"/>
              </a:ext>
            </a:extLst>
          </p:cNvPr>
          <p:cNvSpPr>
            <a:spLocks noGrp="1"/>
          </p:cNvSpPr>
          <p:nvPr>
            <p:ph type="sldNum" sz="quarter" idx="12"/>
          </p:nvPr>
        </p:nvSpPr>
        <p:spPr/>
        <p:txBody>
          <a:bodyPr/>
          <a:lstStyle/>
          <a:p>
            <a:fld id="{1274BD81-BCB7-0541-9E50-CA6ACB3BDCA9}" type="slidenum">
              <a:rPr lang="en-US" smtClean="0"/>
              <a:t>‹#›</a:t>
            </a:fld>
            <a:endParaRPr lang="en-US"/>
          </a:p>
        </p:txBody>
      </p:sp>
    </p:spTree>
    <p:extLst>
      <p:ext uri="{BB962C8B-B14F-4D97-AF65-F5344CB8AC3E}">
        <p14:creationId xmlns:p14="http://schemas.microsoft.com/office/powerpoint/2010/main" val="39460450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B15683D-3C44-3641-08F7-82931348798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B4A3DBA-682F-850D-C1A1-98A894726E8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724C669-10F3-68A2-EED4-C2DF05C189A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97A28C9-7C0E-2549-A4E1-D2F9B356BFD6}" type="datetimeFigureOut">
              <a:rPr lang="en-US" smtClean="0"/>
              <a:t>12/8/25</a:t>
            </a:fld>
            <a:endParaRPr lang="en-US"/>
          </a:p>
        </p:txBody>
      </p:sp>
      <p:sp>
        <p:nvSpPr>
          <p:cNvPr id="5" name="Footer Placeholder 4">
            <a:extLst>
              <a:ext uri="{FF2B5EF4-FFF2-40B4-BE49-F238E27FC236}">
                <a16:creationId xmlns:a16="http://schemas.microsoft.com/office/drawing/2014/main" id="{7638F7D9-017D-C98B-4B1B-B3C8844EE53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FD4ACF2-3F2F-BE78-6713-E771E3F569B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274BD81-BCB7-0541-9E50-CA6ACB3BDCA9}" type="slidenum">
              <a:rPr lang="en-US" smtClean="0"/>
              <a:t>‹#›</a:t>
            </a:fld>
            <a:endParaRPr lang="en-US"/>
          </a:p>
        </p:txBody>
      </p:sp>
    </p:spTree>
    <p:extLst>
      <p:ext uri="{BB962C8B-B14F-4D97-AF65-F5344CB8AC3E}">
        <p14:creationId xmlns:p14="http://schemas.microsoft.com/office/powerpoint/2010/main" val="429163547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EB7A86-3C70-28D8-827D-1CDE049A9569}"/>
            </a:ext>
          </a:extLst>
        </p:cNvPr>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D4C9644E-A2A6-E762-1CEB-D2EB49FE96B4}"/>
              </a:ext>
            </a:extLst>
          </p:cNvPr>
          <p:cNvGraphicFramePr>
            <a:graphicFrameLocks noGrp="1"/>
          </p:cNvGraphicFramePr>
          <p:nvPr>
            <p:extLst>
              <p:ext uri="{D42A27DB-BD31-4B8C-83A1-F6EECF244321}">
                <p14:modId xmlns:p14="http://schemas.microsoft.com/office/powerpoint/2010/main" val="3663640299"/>
              </p:ext>
            </p:extLst>
          </p:nvPr>
        </p:nvGraphicFramePr>
        <p:xfrm>
          <a:off x="397431" y="1383956"/>
          <a:ext cx="11397137" cy="4399006"/>
        </p:xfrm>
        <a:graphic>
          <a:graphicData uri="http://schemas.openxmlformats.org/drawingml/2006/table">
            <a:tbl>
              <a:tblPr>
                <a:tableStyleId>{5C22544A-7EE6-4342-B048-85BDC9FD1C3A}</a:tableStyleId>
              </a:tblPr>
              <a:tblGrid>
                <a:gridCol w="1215136">
                  <a:extLst>
                    <a:ext uri="{9D8B030D-6E8A-4147-A177-3AD203B41FA5}">
                      <a16:colId xmlns:a16="http://schemas.microsoft.com/office/drawing/2014/main" val="1766824178"/>
                    </a:ext>
                  </a:extLst>
                </a:gridCol>
                <a:gridCol w="1745885">
                  <a:extLst>
                    <a:ext uri="{9D8B030D-6E8A-4147-A177-3AD203B41FA5}">
                      <a16:colId xmlns:a16="http://schemas.microsoft.com/office/drawing/2014/main" val="1591205611"/>
                    </a:ext>
                  </a:extLst>
                </a:gridCol>
                <a:gridCol w="991663">
                  <a:extLst>
                    <a:ext uri="{9D8B030D-6E8A-4147-A177-3AD203B41FA5}">
                      <a16:colId xmlns:a16="http://schemas.microsoft.com/office/drawing/2014/main" val="2515921014"/>
                    </a:ext>
                  </a:extLst>
                </a:gridCol>
                <a:gridCol w="838024">
                  <a:extLst>
                    <a:ext uri="{9D8B030D-6E8A-4147-A177-3AD203B41FA5}">
                      <a16:colId xmlns:a16="http://schemas.microsoft.com/office/drawing/2014/main" val="4180785205"/>
                    </a:ext>
                  </a:extLst>
                </a:gridCol>
                <a:gridCol w="1215136">
                  <a:extLst>
                    <a:ext uri="{9D8B030D-6E8A-4147-A177-3AD203B41FA5}">
                      <a16:colId xmlns:a16="http://schemas.microsoft.com/office/drawing/2014/main" val="4006275365"/>
                    </a:ext>
                  </a:extLst>
                </a:gridCol>
                <a:gridCol w="2681679">
                  <a:extLst>
                    <a:ext uri="{9D8B030D-6E8A-4147-A177-3AD203B41FA5}">
                      <a16:colId xmlns:a16="http://schemas.microsoft.com/office/drawing/2014/main" val="603020334"/>
                    </a:ext>
                  </a:extLst>
                </a:gridCol>
                <a:gridCol w="1215136">
                  <a:extLst>
                    <a:ext uri="{9D8B030D-6E8A-4147-A177-3AD203B41FA5}">
                      <a16:colId xmlns:a16="http://schemas.microsoft.com/office/drawing/2014/main" val="1398176182"/>
                    </a:ext>
                  </a:extLst>
                </a:gridCol>
                <a:gridCol w="1494478">
                  <a:extLst>
                    <a:ext uri="{9D8B030D-6E8A-4147-A177-3AD203B41FA5}">
                      <a16:colId xmlns:a16="http://schemas.microsoft.com/office/drawing/2014/main" val="111097652"/>
                    </a:ext>
                  </a:extLst>
                </a:gridCol>
              </a:tblGrid>
              <a:tr h="408791">
                <a:tc gridSpan="8">
                  <a:txBody>
                    <a:bodyPr/>
                    <a:lstStyle/>
                    <a:p>
                      <a:pPr algn="ctr" fontAlgn="ctr">
                        <a:buNone/>
                      </a:pPr>
                      <a:r>
                        <a:rPr lang="en-US" sz="1800" u="none" strike="noStrike">
                          <a:effectLst/>
                        </a:rPr>
                        <a:t>Track Busses</a:t>
                      </a:r>
                      <a:endParaRPr lang="en-US" sz="1800" b="1" i="0" u="none" strike="noStrike">
                        <a:solidFill>
                          <a:srgbClr val="000000"/>
                        </a:solidFill>
                        <a:effectLst/>
                        <a:latin typeface="Calibri" panose="020F0502020204030204" pitchFamily="34" charset="0"/>
                      </a:endParaRPr>
                    </a:p>
                  </a:txBody>
                  <a:tcPr marL="109795" marR="109795" marT="54898" marB="54898"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623775"/>
                  </a:ext>
                </a:extLst>
              </a:tr>
              <a:tr h="408791">
                <a:tc rowSpan="2">
                  <a:txBody>
                    <a:bodyPr/>
                    <a:lstStyle/>
                    <a:p>
                      <a:pPr algn="ctr" fontAlgn="ctr">
                        <a:buNone/>
                      </a:pPr>
                      <a:r>
                        <a:rPr lang="en-US" sz="1800" u="none" strike="noStrike">
                          <a:effectLst/>
                        </a:rPr>
                        <a:t>#</a:t>
                      </a:r>
                      <a:endParaRPr lang="en-US" sz="1800" b="1" i="0" u="none" strike="noStrike">
                        <a:solidFill>
                          <a:srgbClr val="000000"/>
                        </a:solidFill>
                        <a:effectLst/>
                        <a:latin typeface="Calibri" panose="020F0502020204030204" pitchFamily="34" charset="0"/>
                      </a:endParaRPr>
                    </a:p>
                  </a:txBody>
                  <a:tcPr marL="109795" marR="109795" marT="54898" marB="54898" anchor="ctr"/>
                </a:tc>
                <a:tc gridSpan="2">
                  <a:txBody>
                    <a:bodyPr/>
                    <a:lstStyle/>
                    <a:p>
                      <a:pPr algn="ctr" fontAlgn="b">
                        <a:buNone/>
                      </a:pPr>
                      <a:r>
                        <a:rPr lang="en-US" sz="1800" u="none" strike="noStrike">
                          <a:effectLst/>
                        </a:rPr>
                        <a:t>Booster-Bus</a:t>
                      </a:r>
                      <a:endParaRPr lang="en-US" sz="1800" b="1" i="0" u="none" strike="noStrike">
                        <a:solidFill>
                          <a:srgbClr val="000000"/>
                        </a:solidFill>
                        <a:effectLst/>
                        <a:latin typeface="Calibri" panose="020F0502020204030204" pitchFamily="34" charset="0"/>
                      </a:endParaRPr>
                    </a:p>
                  </a:txBody>
                  <a:tcPr marL="109795" marR="109795" marT="54898" marB="54898" anchor="b"/>
                </a:tc>
                <a:tc hMerge="1">
                  <a:txBody>
                    <a:bodyPr/>
                    <a:lstStyle/>
                    <a:p>
                      <a:endParaRPr lang="en-US"/>
                    </a:p>
                  </a:txBody>
                  <a:tcPr/>
                </a:tc>
                <a:tc gridSpan="2">
                  <a:txBody>
                    <a:bodyPr/>
                    <a:lstStyle/>
                    <a:p>
                      <a:pPr algn="ctr" fontAlgn="b">
                        <a:buNone/>
                      </a:pPr>
                      <a:r>
                        <a:rPr lang="en-US" sz="1800" u="none" strike="noStrike">
                          <a:effectLst/>
                        </a:rPr>
                        <a:t>Bus Colors</a:t>
                      </a:r>
                      <a:endParaRPr lang="en-US" sz="1800" b="1" i="0" u="none" strike="noStrike">
                        <a:solidFill>
                          <a:srgbClr val="000000"/>
                        </a:solidFill>
                        <a:effectLst/>
                        <a:latin typeface="Calibri" panose="020F0502020204030204" pitchFamily="34" charset="0"/>
                      </a:endParaRPr>
                    </a:p>
                  </a:txBody>
                  <a:tcPr marL="109795" marR="109795" marT="54898" marB="54898" anchor="b"/>
                </a:tc>
                <a:tc hMerge="1">
                  <a:txBody>
                    <a:bodyPr/>
                    <a:lstStyle/>
                    <a:p>
                      <a:endParaRPr lang="en-US"/>
                    </a:p>
                  </a:txBody>
                  <a:tcPr/>
                </a:tc>
                <a:tc gridSpan="3">
                  <a:txBody>
                    <a:bodyPr/>
                    <a:lstStyle/>
                    <a:p>
                      <a:pPr algn="ctr" fontAlgn="b">
                        <a:buNone/>
                      </a:pPr>
                      <a:r>
                        <a:rPr lang="en-US" sz="1800" u="none" strike="noStrike">
                          <a:effectLst/>
                        </a:rPr>
                        <a:t> </a:t>
                      </a:r>
                      <a:endParaRPr lang="en-US" sz="1800" b="1" i="0" u="none" strike="noStrike">
                        <a:solidFill>
                          <a:srgbClr val="000000"/>
                        </a:solidFill>
                        <a:effectLst/>
                        <a:latin typeface="Calibri" panose="020F0502020204030204" pitchFamily="34" charset="0"/>
                      </a:endParaRPr>
                    </a:p>
                  </a:txBody>
                  <a:tcPr marL="109795" marR="109795" marT="54898" marB="54898" anchor="b"/>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981390844"/>
                  </a:ext>
                </a:extLst>
              </a:tr>
              <a:tr h="298452">
                <a:tc vMerge="1">
                  <a:txBody>
                    <a:bodyPr/>
                    <a:lstStyle/>
                    <a:p>
                      <a:endParaRPr lang="en-US"/>
                    </a:p>
                  </a:txBody>
                  <a:tcPr/>
                </a:tc>
                <a:tc>
                  <a:txBody>
                    <a:bodyPr/>
                    <a:lstStyle/>
                    <a:p>
                      <a:pPr algn="l" fontAlgn="b">
                        <a:buNone/>
                      </a:pPr>
                      <a:r>
                        <a:rPr lang="en-US" sz="1800" u="none" strike="noStrike">
                          <a:effectLst/>
                        </a:rPr>
                        <a:t>Location</a:t>
                      </a:r>
                      <a:endParaRPr lang="en-US" sz="1800" b="1" i="0" u="none" strike="noStrike">
                        <a:solidFill>
                          <a:srgbClr val="000000"/>
                        </a:solidFill>
                        <a:effectLst/>
                        <a:latin typeface="Calibri" panose="020F0502020204030204" pitchFamily="34" charset="0"/>
                      </a:endParaRPr>
                    </a:p>
                  </a:txBody>
                  <a:tcPr marL="13990" marR="13990" marT="13990" marB="0" anchor="b"/>
                </a:tc>
                <a:tc>
                  <a:txBody>
                    <a:bodyPr/>
                    <a:lstStyle/>
                    <a:p>
                      <a:pPr algn="l" fontAlgn="b">
                        <a:buNone/>
                      </a:pPr>
                      <a:r>
                        <a:rPr lang="en-US" sz="1800" u="none" strike="noStrike">
                          <a:effectLst/>
                        </a:rPr>
                        <a:t>Name</a:t>
                      </a:r>
                      <a:endParaRPr lang="en-US" sz="1800" b="1" i="0" u="none" strike="noStrike">
                        <a:solidFill>
                          <a:srgbClr val="000000"/>
                        </a:solidFill>
                        <a:effectLst/>
                        <a:latin typeface="Calibri" panose="020F0502020204030204" pitchFamily="34" charset="0"/>
                      </a:endParaRPr>
                    </a:p>
                  </a:txBody>
                  <a:tcPr marL="13990" marR="13990" marT="13990" marB="0" anchor="b"/>
                </a:tc>
                <a:tc>
                  <a:txBody>
                    <a:bodyPr/>
                    <a:lstStyle/>
                    <a:p>
                      <a:pPr algn="l" fontAlgn="b">
                        <a:buNone/>
                      </a:pPr>
                      <a:r>
                        <a:rPr lang="en-US" sz="1800" u="none" strike="noStrike">
                          <a:effectLst/>
                        </a:rPr>
                        <a:t>North</a:t>
                      </a:r>
                      <a:endParaRPr lang="en-US" sz="1800" b="1" i="0" u="none" strike="noStrike">
                        <a:solidFill>
                          <a:srgbClr val="000000"/>
                        </a:solidFill>
                        <a:effectLst/>
                        <a:latin typeface="Calibri" panose="020F0502020204030204" pitchFamily="34" charset="0"/>
                      </a:endParaRPr>
                    </a:p>
                  </a:txBody>
                  <a:tcPr marL="13990" marR="13990" marT="13990" marB="0" anchor="b"/>
                </a:tc>
                <a:tc>
                  <a:txBody>
                    <a:bodyPr/>
                    <a:lstStyle/>
                    <a:p>
                      <a:pPr algn="l" fontAlgn="b">
                        <a:buNone/>
                      </a:pPr>
                      <a:r>
                        <a:rPr lang="en-US" sz="1800" u="none" strike="noStrike">
                          <a:effectLst/>
                        </a:rPr>
                        <a:t>South</a:t>
                      </a:r>
                      <a:endParaRPr lang="en-US" sz="1800" b="1" i="0" u="none" strike="noStrike">
                        <a:solidFill>
                          <a:srgbClr val="000000"/>
                        </a:solidFill>
                        <a:effectLst/>
                        <a:latin typeface="Calibri" panose="020F0502020204030204" pitchFamily="34" charset="0"/>
                      </a:endParaRPr>
                    </a:p>
                  </a:txBody>
                  <a:tcPr marL="13990" marR="13990" marT="13990" marB="0" anchor="b"/>
                </a:tc>
                <a:tc>
                  <a:txBody>
                    <a:bodyPr/>
                    <a:lstStyle/>
                    <a:p>
                      <a:pPr algn="l" fontAlgn="b">
                        <a:buNone/>
                      </a:pPr>
                      <a:r>
                        <a:rPr lang="en-US" sz="1800" u="none" strike="noStrike">
                          <a:effectLst/>
                        </a:rPr>
                        <a:t>Location</a:t>
                      </a:r>
                      <a:endParaRPr lang="en-US" sz="1800" b="1" i="0" u="none" strike="noStrike">
                        <a:solidFill>
                          <a:srgbClr val="000000"/>
                        </a:solidFill>
                        <a:effectLst/>
                        <a:latin typeface="Calibri" panose="020F0502020204030204" pitchFamily="34" charset="0"/>
                      </a:endParaRPr>
                    </a:p>
                  </a:txBody>
                  <a:tcPr marL="13990" marR="13990" marT="13990" marB="0" anchor="b"/>
                </a:tc>
                <a:tc>
                  <a:txBody>
                    <a:bodyPr/>
                    <a:lstStyle/>
                    <a:p>
                      <a:pPr algn="l" fontAlgn="b">
                        <a:buNone/>
                      </a:pPr>
                      <a:r>
                        <a:rPr lang="en-US" sz="1800" u="none" strike="noStrike">
                          <a:effectLst/>
                        </a:rPr>
                        <a:t>Hardware</a:t>
                      </a:r>
                      <a:endParaRPr lang="en-US" sz="1800" b="1" i="0" u="none" strike="noStrike">
                        <a:solidFill>
                          <a:srgbClr val="000000"/>
                        </a:solidFill>
                        <a:effectLst/>
                        <a:latin typeface="Calibri" panose="020F0502020204030204" pitchFamily="34" charset="0"/>
                      </a:endParaRPr>
                    </a:p>
                  </a:txBody>
                  <a:tcPr marL="13990" marR="13990" marT="13990" marB="0" anchor="b"/>
                </a:tc>
                <a:tc>
                  <a:txBody>
                    <a:bodyPr/>
                    <a:lstStyle/>
                    <a:p>
                      <a:pPr algn="l" fontAlgn="b">
                        <a:buNone/>
                      </a:pPr>
                      <a:r>
                        <a:rPr lang="en-US" sz="1800" u="none" strike="noStrike">
                          <a:effectLst/>
                        </a:rPr>
                        <a:t>Type</a:t>
                      </a:r>
                      <a:endParaRPr lang="en-US" sz="1800" b="1" i="0" u="none" strike="noStrike">
                        <a:solidFill>
                          <a:srgbClr val="000000"/>
                        </a:solidFill>
                        <a:effectLst/>
                        <a:latin typeface="Calibri" panose="020F0502020204030204" pitchFamily="34" charset="0"/>
                      </a:endParaRPr>
                    </a:p>
                  </a:txBody>
                  <a:tcPr marL="13990" marR="13990" marT="13990" marB="0" anchor="b"/>
                </a:tc>
                <a:extLst>
                  <a:ext uri="{0D108BD9-81ED-4DB2-BD59-A6C34878D82A}">
                    <a16:rowId xmlns:a16="http://schemas.microsoft.com/office/drawing/2014/main" val="3482377923"/>
                  </a:ext>
                </a:extLst>
              </a:tr>
              <a:tr h="298452">
                <a:tc>
                  <a:txBody>
                    <a:bodyPr/>
                    <a:lstStyle/>
                    <a:p>
                      <a:pPr algn="ctr" fontAlgn="b">
                        <a:buNone/>
                      </a:pPr>
                      <a:r>
                        <a:rPr lang="en-US" sz="1800" u="none" strike="noStrike">
                          <a:effectLst/>
                        </a:rPr>
                        <a:t>1</a:t>
                      </a:r>
                      <a:endParaRPr lang="en-US" sz="1800" b="0" i="0" u="none" strike="noStrike">
                        <a:solidFill>
                          <a:srgbClr val="000000"/>
                        </a:solidFill>
                        <a:effectLst/>
                        <a:latin typeface="Calibri" panose="020F0502020204030204" pitchFamily="34" charset="0"/>
                      </a:endParaRPr>
                    </a:p>
                  </a:txBody>
                  <a:tcPr marL="13990" marR="13990" marT="13990" marB="0" anchor="b"/>
                </a:tc>
                <a:tc>
                  <a:txBody>
                    <a:bodyPr/>
                    <a:lstStyle/>
                    <a:p>
                      <a:pPr algn="l" fontAlgn="b">
                        <a:buNone/>
                      </a:pPr>
                      <a:r>
                        <a:rPr lang="en-US" sz="1800" u="none" strike="noStrike">
                          <a:effectLst/>
                        </a:rPr>
                        <a:t>Helix - Upper</a:t>
                      </a:r>
                      <a:endParaRPr lang="en-US" sz="1800" b="0" i="0" u="none" strike="noStrike">
                        <a:solidFill>
                          <a:srgbClr val="000000"/>
                        </a:solidFill>
                        <a:effectLst/>
                        <a:latin typeface="Calibri" panose="020F0502020204030204" pitchFamily="34" charset="0"/>
                      </a:endParaRPr>
                    </a:p>
                  </a:txBody>
                  <a:tcPr marL="13990" marR="13990" marT="13990" marB="0" anchor="b"/>
                </a:tc>
                <a:tc>
                  <a:txBody>
                    <a:bodyPr/>
                    <a:lstStyle/>
                    <a:p>
                      <a:pPr algn="l" fontAlgn="b">
                        <a:buNone/>
                      </a:pPr>
                      <a:r>
                        <a:rPr lang="en-US" sz="1800" u="none" strike="noStrike">
                          <a:effectLst/>
                        </a:rPr>
                        <a:t>NIL</a:t>
                      </a:r>
                      <a:endParaRPr lang="en-US" sz="1800" b="0" i="0" u="none" strike="noStrike">
                        <a:solidFill>
                          <a:srgbClr val="000000"/>
                        </a:solidFill>
                        <a:effectLst/>
                        <a:latin typeface="Calibri" panose="020F0502020204030204" pitchFamily="34" charset="0"/>
                      </a:endParaRPr>
                    </a:p>
                  </a:txBody>
                  <a:tcPr marL="13990" marR="13990" marT="13990" marB="0" anchor="b"/>
                </a:tc>
                <a:tc>
                  <a:txBody>
                    <a:bodyPr/>
                    <a:lstStyle/>
                    <a:p>
                      <a:pPr algn="l" fontAlgn="b">
                        <a:buNone/>
                      </a:pPr>
                      <a:r>
                        <a:rPr lang="en-US" sz="1800" u="none" strike="noStrike">
                          <a:effectLst/>
                        </a:rPr>
                        <a:t>Red</a:t>
                      </a:r>
                      <a:endParaRPr lang="en-US" sz="1800" b="0" i="0" u="none" strike="noStrike">
                        <a:solidFill>
                          <a:srgbClr val="000000"/>
                        </a:solidFill>
                        <a:effectLst/>
                        <a:latin typeface="Calibri" panose="020F0502020204030204" pitchFamily="34" charset="0"/>
                      </a:endParaRPr>
                    </a:p>
                  </a:txBody>
                  <a:tcPr marL="13990" marR="13990" marT="13990" marB="0" anchor="b"/>
                </a:tc>
                <a:tc>
                  <a:txBody>
                    <a:bodyPr/>
                    <a:lstStyle/>
                    <a:p>
                      <a:pPr algn="l" fontAlgn="b">
                        <a:buNone/>
                      </a:pPr>
                      <a:r>
                        <a:rPr lang="en-US" sz="1800" u="none" strike="noStrike">
                          <a:effectLst/>
                        </a:rPr>
                        <a:t>Black</a:t>
                      </a:r>
                      <a:endParaRPr lang="en-US" sz="1800" b="0" i="0" u="none" strike="noStrike">
                        <a:solidFill>
                          <a:srgbClr val="000000"/>
                        </a:solidFill>
                        <a:effectLst/>
                        <a:latin typeface="Calibri" panose="020F0502020204030204" pitchFamily="34" charset="0"/>
                      </a:endParaRPr>
                    </a:p>
                  </a:txBody>
                  <a:tcPr marL="13990" marR="13990" marT="13990" marB="0" anchor="b"/>
                </a:tc>
                <a:tc>
                  <a:txBody>
                    <a:bodyPr/>
                    <a:lstStyle/>
                    <a:p>
                      <a:pPr algn="l" fontAlgn="b">
                        <a:buNone/>
                      </a:pPr>
                      <a:r>
                        <a:rPr lang="en-US" sz="1800" u="none" strike="noStrike">
                          <a:effectLst/>
                        </a:rPr>
                        <a:t>Neville's Island Loop</a:t>
                      </a:r>
                      <a:endParaRPr lang="en-US" sz="1800" b="0" i="0" u="none" strike="noStrike">
                        <a:solidFill>
                          <a:srgbClr val="000000"/>
                        </a:solidFill>
                        <a:effectLst/>
                        <a:latin typeface="Calibri" panose="020F0502020204030204" pitchFamily="34" charset="0"/>
                      </a:endParaRPr>
                    </a:p>
                  </a:txBody>
                  <a:tcPr marL="13990" marR="13990" marT="13990" marB="0" anchor="b"/>
                </a:tc>
                <a:tc>
                  <a:txBody>
                    <a:bodyPr/>
                    <a:lstStyle/>
                    <a:p>
                      <a:pPr algn="l" fontAlgn="b">
                        <a:buNone/>
                      </a:pPr>
                      <a:r>
                        <a:rPr lang="en-US" sz="1800" u="none" strike="noStrike">
                          <a:effectLst/>
                        </a:rPr>
                        <a:t>PSXX-AR</a:t>
                      </a:r>
                      <a:endParaRPr lang="en-US" sz="1800" b="0" i="0" u="none" strike="noStrike">
                        <a:solidFill>
                          <a:srgbClr val="000000"/>
                        </a:solidFill>
                        <a:effectLst/>
                        <a:latin typeface="Calibri" panose="020F0502020204030204" pitchFamily="34" charset="0"/>
                      </a:endParaRPr>
                    </a:p>
                  </a:txBody>
                  <a:tcPr marL="13990" marR="13990" marT="13990" marB="0" anchor="b"/>
                </a:tc>
                <a:tc>
                  <a:txBody>
                    <a:bodyPr/>
                    <a:lstStyle/>
                    <a:p>
                      <a:pPr algn="l" fontAlgn="b">
                        <a:buNone/>
                      </a:pPr>
                      <a:r>
                        <a:rPr lang="en-US" sz="1800" u="none" strike="noStrike">
                          <a:effectLst/>
                        </a:rPr>
                        <a:t>Auto-Reverser</a:t>
                      </a:r>
                      <a:endParaRPr lang="en-US" sz="1800" b="0" i="0" u="none" strike="noStrike">
                        <a:solidFill>
                          <a:srgbClr val="000000"/>
                        </a:solidFill>
                        <a:effectLst/>
                        <a:latin typeface="Calibri" panose="020F0502020204030204" pitchFamily="34" charset="0"/>
                      </a:endParaRPr>
                    </a:p>
                  </a:txBody>
                  <a:tcPr marL="13990" marR="13990" marT="13990" marB="0" anchor="b"/>
                </a:tc>
                <a:extLst>
                  <a:ext uri="{0D108BD9-81ED-4DB2-BD59-A6C34878D82A}">
                    <a16:rowId xmlns:a16="http://schemas.microsoft.com/office/drawing/2014/main" val="94191064"/>
                  </a:ext>
                </a:extLst>
              </a:tr>
              <a:tr h="298452">
                <a:tc>
                  <a:txBody>
                    <a:bodyPr/>
                    <a:lstStyle/>
                    <a:p>
                      <a:pPr algn="ctr" fontAlgn="b">
                        <a:buNone/>
                      </a:pPr>
                      <a:r>
                        <a:rPr lang="en-US" sz="1800" u="none" strike="noStrike">
                          <a:effectLst/>
                        </a:rPr>
                        <a:t>2</a:t>
                      </a:r>
                      <a:endParaRPr lang="en-US" sz="1800" b="0" i="0" u="none" strike="noStrike">
                        <a:solidFill>
                          <a:srgbClr val="000000"/>
                        </a:solidFill>
                        <a:effectLst/>
                        <a:latin typeface="Calibri" panose="020F0502020204030204" pitchFamily="34" charset="0"/>
                      </a:endParaRPr>
                    </a:p>
                  </a:txBody>
                  <a:tcPr marL="13990" marR="13990" marT="13990" marB="0" anchor="b"/>
                </a:tc>
                <a:tc>
                  <a:txBody>
                    <a:bodyPr/>
                    <a:lstStyle/>
                    <a:p>
                      <a:pPr algn="l" fontAlgn="b">
                        <a:buNone/>
                      </a:pPr>
                      <a:r>
                        <a:rPr lang="en-US" sz="1800" u="none" strike="noStrike">
                          <a:effectLst/>
                        </a:rPr>
                        <a:t>Helix - Upper</a:t>
                      </a:r>
                      <a:endParaRPr lang="en-US" sz="1800" b="0" i="0" u="none" strike="noStrike">
                        <a:solidFill>
                          <a:srgbClr val="000000"/>
                        </a:solidFill>
                        <a:effectLst/>
                        <a:latin typeface="Calibri" panose="020F0502020204030204" pitchFamily="34" charset="0"/>
                      </a:endParaRPr>
                    </a:p>
                  </a:txBody>
                  <a:tcPr marL="13990" marR="13990" marT="13990" marB="0" anchor="b"/>
                </a:tc>
                <a:tc>
                  <a:txBody>
                    <a:bodyPr/>
                    <a:lstStyle/>
                    <a:p>
                      <a:pPr algn="l" fontAlgn="b">
                        <a:buNone/>
                      </a:pPr>
                      <a:r>
                        <a:rPr lang="en-US" sz="1800" u="none" strike="noStrike">
                          <a:effectLst/>
                        </a:rPr>
                        <a:t>BL</a:t>
                      </a:r>
                      <a:endParaRPr lang="en-US" sz="1800" b="0" i="0" u="none" strike="noStrike">
                        <a:solidFill>
                          <a:srgbClr val="000000"/>
                        </a:solidFill>
                        <a:effectLst/>
                        <a:latin typeface="Calibri" panose="020F0502020204030204" pitchFamily="34" charset="0"/>
                      </a:endParaRPr>
                    </a:p>
                  </a:txBody>
                  <a:tcPr marL="13990" marR="13990" marT="13990" marB="0" anchor="b"/>
                </a:tc>
                <a:tc>
                  <a:txBody>
                    <a:bodyPr/>
                    <a:lstStyle/>
                    <a:p>
                      <a:pPr algn="l" fontAlgn="b">
                        <a:buNone/>
                      </a:pPr>
                      <a:r>
                        <a:rPr lang="en-US" sz="1800" u="none" strike="noStrike">
                          <a:effectLst/>
                        </a:rPr>
                        <a:t>Red</a:t>
                      </a:r>
                      <a:endParaRPr lang="en-US" sz="1800" b="0" i="0" u="none" strike="noStrike">
                        <a:solidFill>
                          <a:srgbClr val="000000"/>
                        </a:solidFill>
                        <a:effectLst/>
                        <a:latin typeface="Calibri" panose="020F0502020204030204" pitchFamily="34" charset="0"/>
                      </a:endParaRPr>
                    </a:p>
                  </a:txBody>
                  <a:tcPr marL="13990" marR="13990" marT="13990" marB="0" anchor="b"/>
                </a:tc>
                <a:tc>
                  <a:txBody>
                    <a:bodyPr/>
                    <a:lstStyle/>
                    <a:p>
                      <a:pPr algn="l" fontAlgn="b">
                        <a:buNone/>
                      </a:pPr>
                      <a:r>
                        <a:rPr lang="en-US" sz="1800" u="none" strike="noStrike">
                          <a:effectLst/>
                        </a:rPr>
                        <a:t>Black</a:t>
                      </a:r>
                      <a:endParaRPr lang="en-US" sz="1800" b="0" i="0" u="none" strike="noStrike">
                        <a:solidFill>
                          <a:srgbClr val="000000"/>
                        </a:solidFill>
                        <a:effectLst/>
                        <a:latin typeface="Calibri" panose="020F0502020204030204" pitchFamily="34" charset="0"/>
                      </a:endParaRPr>
                    </a:p>
                  </a:txBody>
                  <a:tcPr marL="13990" marR="13990" marT="13990" marB="0" anchor="b"/>
                </a:tc>
                <a:tc>
                  <a:txBody>
                    <a:bodyPr/>
                    <a:lstStyle/>
                    <a:p>
                      <a:pPr algn="l" fontAlgn="b">
                        <a:buNone/>
                      </a:pPr>
                      <a:r>
                        <a:rPr lang="en-US" sz="1800" u="none" strike="noStrike">
                          <a:effectLst/>
                        </a:rPr>
                        <a:t>Branch Line</a:t>
                      </a:r>
                      <a:endParaRPr lang="en-US" sz="1800" b="0" i="0" u="none" strike="noStrike">
                        <a:solidFill>
                          <a:srgbClr val="000000"/>
                        </a:solidFill>
                        <a:effectLst/>
                        <a:latin typeface="Calibri" panose="020F0502020204030204" pitchFamily="34" charset="0"/>
                      </a:endParaRPr>
                    </a:p>
                  </a:txBody>
                  <a:tcPr marL="13990" marR="13990" marT="13990" marB="0" anchor="b"/>
                </a:tc>
                <a:tc>
                  <a:txBody>
                    <a:bodyPr/>
                    <a:lstStyle/>
                    <a:p>
                      <a:pPr algn="l" fontAlgn="b">
                        <a:buNone/>
                      </a:pPr>
                      <a:r>
                        <a:rPr lang="en-US" sz="1800" u="none" strike="noStrike">
                          <a:effectLst/>
                        </a:rPr>
                        <a:t>PSXX-2</a:t>
                      </a:r>
                      <a:endParaRPr lang="en-US" sz="1800" b="0" i="0" u="none" strike="noStrike">
                        <a:solidFill>
                          <a:srgbClr val="000000"/>
                        </a:solidFill>
                        <a:effectLst/>
                        <a:latin typeface="Calibri" panose="020F0502020204030204" pitchFamily="34" charset="0"/>
                      </a:endParaRPr>
                    </a:p>
                  </a:txBody>
                  <a:tcPr marL="13990" marR="13990" marT="13990" marB="0" anchor="b"/>
                </a:tc>
                <a:tc>
                  <a:txBody>
                    <a:bodyPr/>
                    <a:lstStyle/>
                    <a:p>
                      <a:pPr algn="l" fontAlgn="b">
                        <a:buNone/>
                      </a:pPr>
                      <a:r>
                        <a:rPr lang="en-US" sz="1800" u="none" strike="noStrike">
                          <a:effectLst/>
                        </a:rPr>
                        <a:t>Circuit-Breaker</a:t>
                      </a:r>
                      <a:endParaRPr lang="en-US" sz="1800" b="0" i="0" u="none" strike="noStrike">
                        <a:solidFill>
                          <a:srgbClr val="000000"/>
                        </a:solidFill>
                        <a:effectLst/>
                        <a:latin typeface="Calibri" panose="020F0502020204030204" pitchFamily="34" charset="0"/>
                      </a:endParaRPr>
                    </a:p>
                  </a:txBody>
                  <a:tcPr marL="13990" marR="13990" marT="13990" marB="0" anchor="b"/>
                </a:tc>
                <a:extLst>
                  <a:ext uri="{0D108BD9-81ED-4DB2-BD59-A6C34878D82A}">
                    <a16:rowId xmlns:a16="http://schemas.microsoft.com/office/drawing/2014/main" val="2038821382"/>
                  </a:ext>
                </a:extLst>
              </a:tr>
              <a:tr h="298452">
                <a:tc>
                  <a:txBody>
                    <a:bodyPr/>
                    <a:lstStyle/>
                    <a:p>
                      <a:pPr algn="ctr" fontAlgn="b">
                        <a:buNone/>
                      </a:pPr>
                      <a:r>
                        <a:rPr lang="en-US" sz="1800" u="none" strike="noStrike">
                          <a:effectLst/>
                        </a:rPr>
                        <a:t>3</a:t>
                      </a:r>
                      <a:endParaRPr lang="en-US" sz="1800" b="0" i="0" u="none" strike="noStrike">
                        <a:solidFill>
                          <a:srgbClr val="000000"/>
                        </a:solidFill>
                        <a:effectLst/>
                        <a:latin typeface="Calibri" panose="020F0502020204030204" pitchFamily="34" charset="0"/>
                      </a:endParaRPr>
                    </a:p>
                  </a:txBody>
                  <a:tcPr marL="13990" marR="13990" marT="13990" marB="0" anchor="b"/>
                </a:tc>
                <a:tc>
                  <a:txBody>
                    <a:bodyPr/>
                    <a:lstStyle/>
                    <a:p>
                      <a:pPr algn="l" fontAlgn="b">
                        <a:buNone/>
                      </a:pPr>
                      <a:r>
                        <a:rPr lang="en-US" sz="1800" u="none" strike="noStrike">
                          <a:effectLst/>
                        </a:rPr>
                        <a:t>Helix - Upper</a:t>
                      </a:r>
                      <a:endParaRPr lang="en-US" sz="1800" b="0" i="0" u="none" strike="noStrike">
                        <a:solidFill>
                          <a:srgbClr val="000000"/>
                        </a:solidFill>
                        <a:effectLst/>
                        <a:latin typeface="Calibri" panose="020F0502020204030204" pitchFamily="34" charset="0"/>
                      </a:endParaRPr>
                    </a:p>
                  </a:txBody>
                  <a:tcPr marL="13990" marR="13990" marT="13990" marB="0" anchor="b"/>
                </a:tc>
                <a:tc>
                  <a:txBody>
                    <a:bodyPr/>
                    <a:lstStyle/>
                    <a:p>
                      <a:pPr algn="l" fontAlgn="b">
                        <a:buNone/>
                      </a:pPr>
                      <a:r>
                        <a:rPr lang="en-US" sz="1800" u="none" strike="noStrike">
                          <a:effectLst/>
                        </a:rPr>
                        <a:t>ML</a:t>
                      </a:r>
                      <a:endParaRPr lang="en-US" sz="1800" b="0" i="0" u="none" strike="noStrike">
                        <a:solidFill>
                          <a:srgbClr val="000000"/>
                        </a:solidFill>
                        <a:effectLst/>
                        <a:latin typeface="Calibri" panose="020F0502020204030204" pitchFamily="34" charset="0"/>
                      </a:endParaRPr>
                    </a:p>
                  </a:txBody>
                  <a:tcPr marL="13990" marR="13990" marT="13990" marB="0" anchor="b"/>
                </a:tc>
                <a:tc>
                  <a:txBody>
                    <a:bodyPr/>
                    <a:lstStyle/>
                    <a:p>
                      <a:pPr algn="l" fontAlgn="b">
                        <a:buNone/>
                      </a:pPr>
                      <a:r>
                        <a:rPr lang="en-US" sz="1800" u="none" strike="noStrike">
                          <a:effectLst/>
                        </a:rPr>
                        <a:t>White</a:t>
                      </a:r>
                      <a:endParaRPr lang="en-US" sz="1800" b="0" i="0" u="none" strike="noStrike">
                        <a:solidFill>
                          <a:srgbClr val="000000"/>
                        </a:solidFill>
                        <a:effectLst/>
                        <a:latin typeface="Calibri" panose="020F0502020204030204" pitchFamily="34" charset="0"/>
                      </a:endParaRPr>
                    </a:p>
                  </a:txBody>
                  <a:tcPr marL="13990" marR="13990" marT="13990" marB="0" anchor="b"/>
                </a:tc>
                <a:tc>
                  <a:txBody>
                    <a:bodyPr/>
                    <a:lstStyle/>
                    <a:p>
                      <a:pPr algn="l" fontAlgn="b">
                        <a:buNone/>
                      </a:pPr>
                      <a:r>
                        <a:rPr lang="en-US" sz="1800" u="none" strike="noStrike">
                          <a:effectLst/>
                        </a:rPr>
                        <a:t>Blue</a:t>
                      </a:r>
                      <a:endParaRPr lang="en-US" sz="1800" b="0" i="0" u="none" strike="noStrike">
                        <a:solidFill>
                          <a:srgbClr val="000000"/>
                        </a:solidFill>
                        <a:effectLst/>
                        <a:latin typeface="Calibri" panose="020F0502020204030204" pitchFamily="34" charset="0"/>
                      </a:endParaRPr>
                    </a:p>
                  </a:txBody>
                  <a:tcPr marL="13990" marR="13990" marT="13990" marB="0" anchor="b"/>
                </a:tc>
                <a:tc>
                  <a:txBody>
                    <a:bodyPr/>
                    <a:lstStyle/>
                    <a:p>
                      <a:pPr algn="l" fontAlgn="b">
                        <a:buNone/>
                      </a:pPr>
                      <a:r>
                        <a:rPr lang="en-US" sz="1800" u="none" strike="noStrike">
                          <a:effectLst/>
                        </a:rPr>
                        <a:t>Main Line</a:t>
                      </a:r>
                      <a:endParaRPr lang="en-US" sz="1800" b="0" i="0" u="none" strike="noStrike">
                        <a:solidFill>
                          <a:srgbClr val="000000"/>
                        </a:solidFill>
                        <a:effectLst/>
                        <a:latin typeface="Calibri" panose="020F0502020204030204" pitchFamily="34" charset="0"/>
                      </a:endParaRPr>
                    </a:p>
                  </a:txBody>
                  <a:tcPr marL="13990" marR="13990" marT="13990" marB="0" anchor="b"/>
                </a:tc>
                <a:tc>
                  <a:txBody>
                    <a:bodyPr/>
                    <a:lstStyle/>
                    <a:p>
                      <a:pPr algn="l" fontAlgn="b">
                        <a:buNone/>
                      </a:pPr>
                      <a:r>
                        <a:rPr lang="en-US" sz="1800" u="none" strike="noStrike">
                          <a:effectLst/>
                        </a:rPr>
                        <a:t>PSXX-2</a:t>
                      </a:r>
                      <a:endParaRPr lang="en-US" sz="1800" b="0" i="0" u="none" strike="noStrike">
                        <a:solidFill>
                          <a:srgbClr val="000000"/>
                        </a:solidFill>
                        <a:effectLst/>
                        <a:latin typeface="Calibri" panose="020F0502020204030204" pitchFamily="34" charset="0"/>
                      </a:endParaRPr>
                    </a:p>
                  </a:txBody>
                  <a:tcPr marL="13990" marR="13990" marT="13990" marB="0" anchor="b"/>
                </a:tc>
                <a:tc>
                  <a:txBody>
                    <a:bodyPr/>
                    <a:lstStyle/>
                    <a:p>
                      <a:pPr algn="l" fontAlgn="b">
                        <a:buNone/>
                      </a:pPr>
                      <a:r>
                        <a:rPr lang="en-US" sz="1800" u="none" strike="noStrike">
                          <a:effectLst/>
                        </a:rPr>
                        <a:t>Circuit-Breaker</a:t>
                      </a:r>
                      <a:endParaRPr lang="en-US" sz="1800" b="0" i="0" u="none" strike="noStrike">
                        <a:solidFill>
                          <a:srgbClr val="000000"/>
                        </a:solidFill>
                        <a:effectLst/>
                        <a:latin typeface="Calibri" panose="020F0502020204030204" pitchFamily="34" charset="0"/>
                      </a:endParaRPr>
                    </a:p>
                  </a:txBody>
                  <a:tcPr marL="13990" marR="13990" marT="13990" marB="0" anchor="b"/>
                </a:tc>
                <a:extLst>
                  <a:ext uri="{0D108BD9-81ED-4DB2-BD59-A6C34878D82A}">
                    <a16:rowId xmlns:a16="http://schemas.microsoft.com/office/drawing/2014/main" val="341920260"/>
                  </a:ext>
                </a:extLst>
              </a:tr>
              <a:tr h="298452">
                <a:tc>
                  <a:txBody>
                    <a:bodyPr/>
                    <a:lstStyle/>
                    <a:p>
                      <a:pPr algn="ctr" fontAlgn="b">
                        <a:buNone/>
                      </a:pPr>
                      <a:r>
                        <a:rPr lang="en-US" sz="1800" u="none" strike="noStrike">
                          <a:effectLst/>
                        </a:rPr>
                        <a:t>4</a:t>
                      </a:r>
                      <a:endParaRPr lang="en-US" sz="1800" b="0" i="0" u="none" strike="noStrike">
                        <a:solidFill>
                          <a:srgbClr val="000000"/>
                        </a:solidFill>
                        <a:effectLst/>
                        <a:latin typeface="Calibri" panose="020F0502020204030204" pitchFamily="34" charset="0"/>
                      </a:endParaRPr>
                    </a:p>
                  </a:txBody>
                  <a:tcPr marL="13990" marR="13990" marT="13990" marB="0" anchor="b"/>
                </a:tc>
                <a:tc>
                  <a:txBody>
                    <a:bodyPr/>
                    <a:lstStyle/>
                    <a:p>
                      <a:pPr algn="l" fontAlgn="b">
                        <a:buNone/>
                      </a:pPr>
                      <a:r>
                        <a:rPr lang="en-US" sz="1800" u="none" strike="noStrike">
                          <a:effectLst/>
                        </a:rPr>
                        <a:t>Helix - Upper</a:t>
                      </a:r>
                      <a:endParaRPr lang="en-US" sz="1800" b="0" i="0" u="none" strike="noStrike">
                        <a:solidFill>
                          <a:srgbClr val="000000"/>
                        </a:solidFill>
                        <a:effectLst/>
                        <a:latin typeface="Calibri" panose="020F0502020204030204" pitchFamily="34" charset="0"/>
                      </a:endParaRPr>
                    </a:p>
                  </a:txBody>
                  <a:tcPr marL="13990" marR="13990" marT="13990" marB="0" anchor="b"/>
                </a:tc>
                <a:tc>
                  <a:txBody>
                    <a:bodyPr/>
                    <a:lstStyle/>
                    <a:p>
                      <a:pPr algn="l" fontAlgn="b">
                        <a:buNone/>
                      </a:pPr>
                      <a:r>
                        <a:rPr lang="en-US" sz="1800" u="none" strike="noStrike">
                          <a:effectLst/>
                        </a:rPr>
                        <a:t>PCC</a:t>
                      </a:r>
                      <a:endParaRPr lang="en-US" sz="1800" b="0" i="0" u="none" strike="noStrike">
                        <a:solidFill>
                          <a:srgbClr val="000000"/>
                        </a:solidFill>
                        <a:effectLst/>
                        <a:latin typeface="Calibri" panose="020F0502020204030204" pitchFamily="34" charset="0"/>
                      </a:endParaRPr>
                    </a:p>
                  </a:txBody>
                  <a:tcPr marL="13990" marR="13990" marT="13990" marB="0" anchor="b"/>
                </a:tc>
                <a:tc>
                  <a:txBody>
                    <a:bodyPr/>
                    <a:lstStyle/>
                    <a:p>
                      <a:pPr algn="l" fontAlgn="b">
                        <a:buNone/>
                      </a:pPr>
                      <a:r>
                        <a:rPr lang="en-US" sz="1800" u="none" strike="noStrike">
                          <a:effectLst/>
                        </a:rPr>
                        <a:t>White</a:t>
                      </a:r>
                      <a:endParaRPr lang="en-US" sz="1800" b="0" i="0" u="none" strike="noStrike">
                        <a:solidFill>
                          <a:srgbClr val="000000"/>
                        </a:solidFill>
                        <a:effectLst/>
                        <a:latin typeface="Calibri" panose="020F0502020204030204" pitchFamily="34" charset="0"/>
                      </a:endParaRPr>
                    </a:p>
                  </a:txBody>
                  <a:tcPr marL="13990" marR="13990" marT="13990" marB="0" anchor="b"/>
                </a:tc>
                <a:tc>
                  <a:txBody>
                    <a:bodyPr/>
                    <a:lstStyle/>
                    <a:p>
                      <a:pPr algn="l" fontAlgn="b">
                        <a:buNone/>
                      </a:pPr>
                      <a:r>
                        <a:rPr lang="en-US" sz="1800" u="none" strike="noStrike">
                          <a:effectLst/>
                        </a:rPr>
                        <a:t>Blue</a:t>
                      </a:r>
                      <a:endParaRPr lang="en-US" sz="1800" b="0" i="0" u="none" strike="noStrike">
                        <a:solidFill>
                          <a:srgbClr val="000000"/>
                        </a:solidFill>
                        <a:effectLst/>
                        <a:latin typeface="Calibri" panose="020F0502020204030204" pitchFamily="34" charset="0"/>
                      </a:endParaRPr>
                    </a:p>
                  </a:txBody>
                  <a:tcPr marL="13990" marR="13990" marT="13990" marB="0" anchor="b"/>
                </a:tc>
                <a:tc>
                  <a:txBody>
                    <a:bodyPr/>
                    <a:lstStyle/>
                    <a:p>
                      <a:pPr algn="l" fontAlgn="b">
                        <a:buNone/>
                      </a:pPr>
                      <a:r>
                        <a:rPr lang="en-US" sz="1800" u="none" strike="noStrike">
                          <a:effectLst/>
                        </a:rPr>
                        <a:t>Pittsburgh Coke &amp; Chemical</a:t>
                      </a:r>
                      <a:endParaRPr lang="en-US" sz="1800" b="0" i="0" u="none" strike="noStrike">
                        <a:solidFill>
                          <a:srgbClr val="000000"/>
                        </a:solidFill>
                        <a:effectLst/>
                        <a:latin typeface="Calibri" panose="020F0502020204030204" pitchFamily="34" charset="0"/>
                      </a:endParaRPr>
                    </a:p>
                  </a:txBody>
                  <a:tcPr marL="13990" marR="13990" marT="13990" marB="0" anchor="b"/>
                </a:tc>
                <a:tc>
                  <a:txBody>
                    <a:bodyPr/>
                    <a:lstStyle/>
                    <a:p>
                      <a:pPr algn="l" fontAlgn="b">
                        <a:buNone/>
                      </a:pPr>
                      <a:r>
                        <a:rPr lang="en-US" sz="1800" u="none" strike="noStrike">
                          <a:effectLst/>
                        </a:rPr>
                        <a:t>PSXX-1</a:t>
                      </a:r>
                      <a:endParaRPr lang="en-US" sz="1800" b="0" i="0" u="none" strike="noStrike">
                        <a:solidFill>
                          <a:srgbClr val="000000"/>
                        </a:solidFill>
                        <a:effectLst/>
                        <a:latin typeface="Calibri" panose="020F0502020204030204" pitchFamily="34" charset="0"/>
                      </a:endParaRPr>
                    </a:p>
                  </a:txBody>
                  <a:tcPr marL="13990" marR="13990" marT="13990" marB="0" anchor="b"/>
                </a:tc>
                <a:tc>
                  <a:txBody>
                    <a:bodyPr/>
                    <a:lstStyle/>
                    <a:p>
                      <a:pPr algn="l" fontAlgn="b">
                        <a:buNone/>
                      </a:pPr>
                      <a:r>
                        <a:rPr lang="en-US" sz="1800" u="none" strike="noStrike">
                          <a:effectLst/>
                        </a:rPr>
                        <a:t>Circuit-Breaker</a:t>
                      </a:r>
                      <a:endParaRPr lang="en-US" sz="1800" b="0" i="0" u="none" strike="noStrike">
                        <a:solidFill>
                          <a:srgbClr val="000000"/>
                        </a:solidFill>
                        <a:effectLst/>
                        <a:latin typeface="Calibri" panose="020F0502020204030204" pitchFamily="34" charset="0"/>
                      </a:endParaRPr>
                    </a:p>
                  </a:txBody>
                  <a:tcPr marL="13990" marR="13990" marT="13990" marB="0" anchor="b"/>
                </a:tc>
                <a:extLst>
                  <a:ext uri="{0D108BD9-81ED-4DB2-BD59-A6C34878D82A}">
                    <a16:rowId xmlns:a16="http://schemas.microsoft.com/office/drawing/2014/main" val="4087703371"/>
                  </a:ext>
                </a:extLst>
              </a:tr>
              <a:tr h="298452">
                <a:tc>
                  <a:txBody>
                    <a:bodyPr/>
                    <a:lstStyle/>
                    <a:p>
                      <a:pPr algn="ctr" fontAlgn="b">
                        <a:buNone/>
                      </a:pPr>
                      <a:r>
                        <a:rPr lang="en-US" sz="1800" u="none" strike="noStrike">
                          <a:effectLst/>
                        </a:rPr>
                        <a:t>5</a:t>
                      </a:r>
                      <a:endParaRPr lang="en-US" sz="1800" b="0" i="0" u="none" strike="noStrike">
                        <a:solidFill>
                          <a:srgbClr val="000000"/>
                        </a:solidFill>
                        <a:effectLst/>
                        <a:latin typeface="Calibri" panose="020F0502020204030204" pitchFamily="34" charset="0"/>
                      </a:endParaRPr>
                    </a:p>
                  </a:txBody>
                  <a:tcPr marL="13990" marR="13990" marT="13990" marB="0" anchor="b"/>
                </a:tc>
                <a:tc>
                  <a:txBody>
                    <a:bodyPr/>
                    <a:lstStyle/>
                    <a:p>
                      <a:pPr algn="l" fontAlgn="b">
                        <a:buNone/>
                      </a:pPr>
                      <a:r>
                        <a:rPr lang="en-US" sz="1800" u="none" strike="noStrike">
                          <a:effectLst/>
                        </a:rPr>
                        <a:t>Helix</a:t>
                      </a:r>
                      <a:endParaRPr lang="en-US" sz="1800" b="0" i="0" u="none" strike="noStrike">
                        <a:solidFill>
                          <a:srgbClr val="000000"/>
                        </a:solidFill>
                        <a:effectLst/>
                        <a:latin typeface="Calibri" panose="020F0502020204030204" pitchFamily="34" charset="0"/>
                      </a:endParaRPr>
                    </a:p>
                  </a:txBody>
                  <a:tcPr marL="13990" marR="13990" marT="13990" marB="0" anchor="b"/>
                </a:tc>
                <a:tc>
                  <a:txBody>
                    <a:bodyPr/>
                    <a:lstStyle/>
                    <a:p>
                      <a:pPr algn="l" fontAlgn="b">
                        <a:buNone/>
                      </a:pPr>
                      <a:r>
                        <a:rPr lang="en-US" sz="1800" u="none" strike="noStrike">
                          <a:effectLst/>
                        </a:rPr>
                        <a:t>HX</a:t>
                      </a:r>
                      <a:endParaRPr lang="en-US" sz="1800" b="0" i="0" u="none" strike="noStrike">
                        <a:solidFill>
                          <a:srgbClr val="000000"/>
                        </a:solidFill>
                        <a:effectLst/>
                        <a:latin typeface="Calibri" panose="020F0502020204030204" pitchFamily="34" charset="0"/>
                      </a:endParaRPr>
                    </a:p>
                  </a:txBody>
                  <a:tcPr marL="13990" marR="13990" marT="13990" marB="0" anchor="b"/>
                </a:tc>
                <a:tc>
                  <a:txBody>
                    <a:bodyPr/>
                    <a:lstStyle/>
                    <a:p>
                      <a:pPr algn="l" fontAlgn="b">
                        <a:buNone/>
                      </a:pPr>
                      <a:r>
                        <a:rPr lang="en-US" sz="1800" u="none" strike="noStrike">
                          <a:effectLst/>
                        </a:rPr>
                        <a:t>Red</a:t>
                      </a:r>
                      <a:endParaRPr lang="en-US" sz="1800" b="0" i="0" u="none" strike="noStrike">
                        <a:solidFill>
                          <a:srgbClr val="000000"/>
                        </a:solidFill>
                        <a:effectLst/>
                        <a:latin typeface="Calibri" panose="020F0502020204030204" pitchFamily="34" charset="0"/>
                      </a:endParaRPr>
                    </a:p>
                  </a:txBody>
                  <a:tcPr marL="13990" marR="13990" marT="13990" marB="0" anchor="b"/>
                </a:tc>
                <a:tc>
                  <a:txBody>
                    <a:bodyPr/>
                    <a:lstStyle/>
                    <a:p>
                      <a:pPr algn="l" fontAlgn="b">
                        <a:buNone/>
                      </a:pPr>
                      <a:r>
                        <a:rPr lang="en-US" sz="1800" u="none" strike="noStrike">
                          <a:effectLst/>
                        </a:rPr>
                        <a:t>Black</a:t>
                      </a:r>
                      <a:endParaRPr lang="en-US" sz="1800" b="0" i="0" u="none" strike="noStrike">
                        <a:solidFill>
                          <a:srgbClr val="000000"/>
                        </a:solidFill>
                        <a:effectLst/>
                        <a:latin typeface="Calibri" panose="020F0502020204030204" pitchFamily="34" charset="0"/>
                      </a:endParaRPr>
                    </a:p>
                  </a:txBody>
                  <a:tcPr marL="13990" marR="13990" marT="13990" marB="0" anchor="b"/>
                </a:tc>
                <a:tc>
                  <a:txBody>
                    <a:bodyPr/>
                    <a:lstStyle/>
                    <a:p>
                      <a:pPr algn="l" fontAlgn="b">
                        <a:buNone/>
                      </a:pPr>
                      <a:r>
                        <a:rPr lang="en-US" sz="1800" u="none" strike="noStrike">
                          <a:effectLst/>
                        </a:rPr>
                        <a:t>Helix</a:t>
                      </a:r>
                      <a:endParaRPr lang="en-US" sz="1800" b="0" i="0" u="none" strike="noStrike">
                        <a:solidFill>
                          <a:srgbClr val="000000"/>
                        </a:solidFill>
                        <a:effectLst/>
                        <a:latin typeface="Calibri" panose="020F0502020204030204" pitchFamily="34" charset="0"/>
                      </a:endParaRPr>
                    </a:p>
                  </a:txBody>
                  <a:tcPr marL="13990" marR="13990" marT="13990" marB="0" anchor="b"/>
                </a:tc>
                <a:tc>
                  <a:txBody>
                    <a:bodyPr/>
                    <a:lstStyle/>
                    <a:p>
                      <a:pPr algn="l" fontAlgn="b">
                        <a:buNone/>
                      </a:pPr>
                      <a:r>
                        <a:rPr lang="en-US" sz="1800" u="none" strike="noStrike">
                          <a:effectLst/>
                        </a:rPr>
                        <a:t>PSXX-2</a:t>
                      </a:r>
                      <a:endParaRPr lang="en-US" sz="1800" b="0" i="0" u="none" strike="noStrike">
                        <a:solidFill>
                          <a:srgbClr val="000000"/>
                        </a:solidFill>
                        <a:effectLst/>
                        <a:latin typeface="Calibri" panose="020F0502020204030204" pitchFamily="34" charset="0"/>
                      </a:endParaRPr>
                    </a:p>
                  </a:txBody>
                  <a:tcPr marL="13990" marR="13990" marT="13990" marB="0" anchor="b"/>
                </a:tc>
                <a:tc>
                  <a:txBody>
                    <a:bodyPr/>
                    <a:lstStyle/>
                    <a:p>
                      <a:pPr algn="l" fontAlgn="b">
                        <a:buNone/>
                      </a:pPr>
                      <a:r>
                        <a:rPr lang="en-US" sz="1800" u="none" strike="noStrike">
                          <a:effectLst/>
                        </a:rPr>
                        <a:t>Circuit-Breaker</a:t>
                      </a:r>
                      <a:endParaRPr lang="en-US" sz="1800" b="0" i="0" u="none" strike="noStrike">
                        <a:solidFill>
                          <a:srgbClr val="000000"/>
                        </a:solidFill>
                        <a:effectLst/>
                        <a:latin typeface="Calibri" panose="020F0502020204030204" pitchFamily="34" charset="0"/>
                      </a:endParaRPr>
                    </a:p>
                  </a:txBody>
                  <a:tcPr marL="13990" marR="13990" marT="13990" marB="0" anchor="b"/>
                </a:tc>
                <a:extLst>
                  <a:ext uri="{0D108BD9-81ED-4DB2-BD59-A6C34878D82A}">
                    <a16:rowId xmlns:a16="http://schemas.microsoft.com/office/drawing/2014/main" val="794066036"/>
                  </a:ext>
                </a:extLst>
              </a:tr>
              <a:tr h="298452">
                <a:tc>
                  <a:txBody>
                    <a:bodyPr/>
                    <a:lstStyle/>
                    <a:p>
                      <a:pPr algn="ctr" fontAlgn="b">
                        <a:buNone/>
                      </a:pPr>
                      <a:r>
                        <a:rPr lang="en-US" sz="1800" u="none" strike="noStrike">
                          <a:effectLst/>
                        </a:rPr>
                        <a:t>6</a:t>
                      </a:r>
                      <a:endParaRPr lang="en-US" sz="1800" b="0" i="0" u="none" strike="noStrike">
                        <a:solidFill>
                          <a:srgbClr val="000000"/>
                        </a:solidFill>
                        <a:effectLst/>
                        <a:latin typeface="Calibri" panose="020F0502020204030204" pitchFamily="34" charset="0"/>
                      </a:endParaRPr>
                    </a:p>
                  </a:txBody>
                  <a:tcPr marL="13990" marR="13990" marT="13990" marB="0" anchor="b"/>
                </a:tc>
                <a:tc>
                  <a:txBody>
                    <a:bodyPr/>
                    <a:lstStyle/>
                    <a:p>
                      <a:pPr algn="l" fontAlgn="b">
                        <a:buNone/>
                      </a:pPr>
                      <a:r>
                        <a:rPr lang="en-US" sz="1800" u="none" strike="noStrike">
                          <a:effectLst/>
                        </a:rPr>
                        <a:t>Helix</a:t>
                      </a:r>
                      <a:endParaRPr lang="en-US" sz="1800" b="0" i="0" u="none" strike="noStrike">
                        <a:solidFill>
                          <a:srgbClr val="000000"/>
                        </a:solidFill>
                        <a:effectLst/>
                        <a:latin typeface="Calibri" panose="020F0502020204030204" pitchFamily="34" charset="0"/>
                      </a:endParaRPr>
                    </a:p>
                  </a:txBody>
                  <a:tcPr marL="13990" marR="13990" marT="13990" marB="0" anchor="b"/>
                </a:tc>
                <a:tc>
                  <a:txBody>
                    <a:bodyPr/>
                    <a:lstStyle/>
                    <a:p>
                      <a:pPr algn="l" fontAlgn="b">
                        <a:buNone/>
                      </a:pPr>
                      <a:r>
                        <a:rPr lang="en-US" sz="1800" u="none" strike="noStrike">
                          <a:effectLst/>
                        </a:rPr>
                        <a:t>SCY</a:t>
                      </a:r>
                      <a:endParaRPr lang="en-US" sz="1800" b="0" i="0" u="none" strike="noStrike">
                        <a:solidFill>
                          <a:srgbClr val="000000"/>
                        </a:solidFill>
                        <a:effectLst/>
                        <a:latin typeface="Calibri" panose="020F0502020204030204" pitchFamily="34" charset="0"/>
                      </a:endParaRPr>
                    </a:p>
                  </a:txBody>
                  <a:tcPr marL="13990" marR="13990" marT="13990" marB="0" anchor="b"/>
                </a:tc>
                <a:tc>
                  <a:txBody>
                    <a:bodyPr/>
                    <a:lstStyle/>
                    <a:p>
                      <a:pPr algn="l" fontAlgn="b">
                        <a:buNone/>
                      </a:pPr>
                      <a:r>
                        <a:rPr lang="en-US" sz="1800" u="none" strike="noStrike">
                          <a:effectLst/>
                        </a:rPr>
                        <a:t>White</a:t>
                      </a:r>
                      <a:endParaRPr lang="en-US" sz="1800" b="0" i="0" u="none" strike="noStrike">
                        <a:solidFill>
                          <a:srgbClr val="000000"/>
                        </a:solidFill>
                        <a:effectLst/>
                        <a:latin typeface="Calibri" panose="020F0502020204030204" pitchFamily="34" charset="0"/>
                      </a:endParaRPr>
                    </a:p>
                  </a:txBody>
                  <a:tcPr marL="13990" marR="13990" marT="13990" marB="0" anchor="b"/>
                </a:tc>
                <a:tc>
                  <a:txBody>
                    <a:bodyPr/>
                    <a:lstStyle/>
                    <a:p>
                      <a:pPr algn="l" fontAlgn="b">
                        <a:buNone/>
                      </a:pPr>
                      <a:r>
                        <a:rPr lang="en-US" sz="1800" u="none" strike="noStrike">
                          <a:effectLst/>
                        </a:rPr>
                        <a:t>Blue</a:t>
                      </a:r>
                      <a:endParaRPr lang="en-US" sz="1800" b="0" i="0" u="none" strike="noStrike">
                        <a:solidFill>
                          <a:srgbClr val="000000"/>
                        </a:solidFill>
                        <a:effectLst/>
                        <a:latin typeface="Calibri" panose="020F0502020204030204" pitchFamily="34" charset="0"/>
                      </a:endParaRPr>
                    </a:p>
                  </a:txBody>
                  <a:tcPr marL="13990" marR="13990" marT="13990" marB="0" anchor="b"/>
                </a:tc>
                <a:tc>
                  <a:txBody>
                    <a:bodyPr/>
                    <a:lstStyle/>
                    <a:p>
                      <a:pPr algn="l" fontAlgn="b">
                        <a:buNone/>
                      </a:pPr>
                      <a:r>
                        <a:rPr lang="en-US" sz="1800" u="none" strike="noStrike">
                          <a:effectLst/>
                        </a:rPr>
                        <a:t>Scully Yard</a:t>
                      </a:r>
                      <a:endParaRPr lang="en-US" sz="1800" b="0" i="0" u="none" strike="noStrike">
                        <a:solidFill>
                          <a:srgbClr val="000000"/>
                        </a:solidFill>
                        <a:effectLst/>
                        <a:latin typeface="Calibri" panose="020F0502020204030204" pitchFamily="34" charset="0"/>
                      </a:endParaRPr>
                    </a:p>
                  </a:txBody>
                  <a:tcPr marL="13990" marR="13990" marT="13990" marB="0" anchor="b"/>
                </a:tc>
                <a:tc>
                  <a:txBody>
                    <a:bodyPr/>
                    <a:lstStyle/>
                    <a:p>
                      <a:pPr algn="l" fontAlgn="b">
                        <a:buNone/>
                      </a:pPr>
                      <a:r>
                        <a:rPr lang="en-US" sz="1800" u="none" strike="noStrike">
                          <a:effectLst/>
                        </a:rPr>
                        <a:t>PSXX-2</a:t>
                      </a:r>
                      <a:endParaRPr lang="en-US" sz="1800" b="0" i="0" u="none" strike="noStrike">
                        <a:solidFill>
                          <a:srgbClr val="000000"/>
                        </a:solidFill>
                        <a:effectLst/>
                        <a:latin typeface="Calibri" panose="020F0502020204030204" pitchFamily="34" charset="0"/>
                      </a:endParaRPr>
                    </a:p>
                  </a:txBody>
                  <a:tcPr marL="13990" marR="13990" marT="13990" marB="0" anchor="b"/>
                </a:tc>
                <a:tc>
                  <a:txBody>
                    <a:bodyPr/>
                    <a:lstStyle/>
                    <a:p>
                      <a:pPr algn="l" fontAlgn="b">
                        <a:buNone/>
                      </a:pPr>
                      <a:r>
                        <a:rPr lang="en-US" sz="1800" u="none" strike="noStrike">
                          <a:effectLst/>
                        </a:rPr>
                        <a:t>Circuit-Breaker</a:t>
                      </a:r>
                      <a:endParaRPr lang="en-US" sz="1800" b="0" i="0" u="none" strike="noStrike">
                        <a:solidFill>
                          <a:srgbClr val="000000"/>
                        </a:solidFill>
                        <a:effectLst/>
                        <a:latin typeface="Calibri" panose="020F0502020204030204" pitchFamily="34" charset="0"/>
                      </a:endParaRPr>
                    </a:p>
                  </a:txBody>
                  <a:tcPr marL="13990" marR="13990" marT="13990" marB="0" anchor="b"/>
                </a:tc>
                <a:extLst>
                  <a:ext uri="{0D108BD9-81ED-4DB2-BD59-A6C34878D82A}">
                    <a16:rowId xmlns:a16="http://schemas.microsoft.com/office/drawing/2014/main" val="2561959942"/>
                  </a:ext>
                </a:extLst>
              </a:tr>
              <a:tr h="298452">
                <a:tc>
                  <a:txBody>
                    <a:bodyPr/>
                    <a:lstStyle/>
                    <a:p>
                      <a:pPr algn="ctr" fontAlgn="b">
                        <a:buNone/>
                      </a:pPr>
                      <a:r>
                        <a:rPr lang="en-US" sz="1800" u="none" strike="noStrike">
                          <a:effectLst/>
                        </a:rPr>
                        <a:t>7</a:t>
                      </a:r>
                      <a:endParaRPr lang="en-US" sz="1800" b="0" i="0" u="none" strike="noStrike">
                        <a:solidFill>
                          <a:srgbClr val="000000"/>
                        </a:solidFill>
                        <a:effectLst/>
                        <a:latin typeface="Calibri" panose="020F0502020204030204" pitchFamily="34" charset="0"/>
                      </a:endParaRPr>
                    </a:p>
                  </a:txBody>
                  <a:tcPr marL="13990" marR="13990" marT="13990" marB="0" anchor="b"/>
                </a:tc>
                <a:tc>
                  <a:txBody>
                    <a:bodyPr/>
                    <a:lstStyle/>
                    <a:p>
                      <a:pPr algn="l" fontAlgn="b">
                        <a:buNone/>
                      </a:pPr>
                      <a:r>
                        <a:rPr lang="en-US" sz="1800" u="none" strike="noStrike">
                          <a:effectLst/>
                        </a:rPr>
                        <a:t>Helix</a:t>
                      </a:r>
                      <a:endParaRPr lang="en-US" sz="1800" b="0" i="0" u="none" strike="noStrike">
                        <a:solidFill>
                          <a:srgbClr val="000000"/>
                        </a:solidFill>
                        <a:effectLst/>
                        <a:latin typeface="Calibri" panose="020F0502020204030204" pitchFamily="34" charset="0"/>
                      </a:endParaRPr>
                    </a:p>
                  </a:txBody>
                  <a:tcPr marL="13990" marR="13990" marT="13990" marB="0" anchor="b"/>
                </a:tc>
                <a:tc>
                  <a:txBody>
                    <a:bodyPr/>
                    <a:lstStyle/>
                    <a:p>
                      <a:pPr algn="l" fontAlgn="b">
                        <a:buNone/>
                      </a:pPr>
                      <a:r>
                        <a:rPr lang="en-US" sz="1800" u="none" strike="noStrike">
                          <a:effectLst/>
                        </a:rPr>
                        <a:t>ERZ</a:t>
                      </a:r>
                      <a:endParaRPr lang="en-US" sz="1800" b="0" i="0" u="none" strike="noStrike">
                        <a:solidFill>
                          <a:srgbClr val="000000"/>
                        </a:solidFill>
                        <a:effectLst/>
                        <a:latin typeface="Calibri" panose="020F0502020204030204" pitchFamily="34" charset="0"/>
                      </a:endParaRPr>
                    </a:p>
                  </a:txBody>
                  <a:tcPr marL="13990" marR="13990" marT="13990" marB="0" anchor="b"/>
                </a:tc>
                <a:tc>
                  <a:txBody>
                    <a:bodyPr/>
                    <a:lstStyle/>
                    <a:p>
                      <a:pPr algn="l" fontAlgn="b">
                        <a:buNone/>
                      </a:pPr>
                      <a:r>
                        <a:rPr lang="en-US" sz="1800" u="none" strike="noStrike">
                          <a:effectLst/>
                        </a:rPr>
                        <a:t>Red</a:t>
                      </a:r>
                      <a:endParaRPr lang="en-US" sz="1800" b="0" i="0" u="none" strike="noStrike">
                        <a:solidFill>
                          <a:srgbClr val="000000"/>
                        </a:solidFill>
                        <a:effectLst/>
                        <a:latin typeface="Calibri" panose="020F0502020204030204" pitchFamily="34" charset="0"/>
                      </a:endParaRPr>
                    </a:p>
                  </a:txBody>
                  <a:tcPr marL="13990" marR="13990" marT="13990" marB="0" anchor="b"/>
                </a:tc>
                <a:tc>
                  <a:txBody>
                    <a:bodyPr/>
                    <a:lstStyle/>
                    <a:p>
                      <a:pPr algn="l" fontAlgn="b">
                        <a:buNone/>
                      </a:pPr>
                      <a:r>
                        <a:rPr lang="en-US" sz="1800" u="none" strike="noStrike">
                          <a:effectLst/>
                        </a:rPr>
                        <a:t>Black</a:t>
                      </a:r>
                      <a:endParaRPr lang="en-US" sz="1800" b="0" i="0" u="none" strike="noStrike">
                        <a:solidFill>
                          <a:srgbClr val="000000"/>
                        </a:solidFill>
                        <a:effectLst/>
                        <a:latin typeface="Calibri" panose="020F0502020204030204" pitchFamily="34" charset="0"/>
                      </a:endParaRPr>
                    </a:p>
                  </a:txBody>
                  <a:tcPr marL="13990" marR="13990" marT="13990" marB="0" anchor="b"/>
                </a:tc>
                <a:tc>
                  <a:txBody>
                    <a:bodyPr/>
                    <a:lstStyle/>
                    <a:p>
                      <a:pPr algn="l" fontAlgn="b">
                        <a:buNone/>
                      </a:pPr>
                      <a:r>
                        <a:rPr lang="en-US" sz="1800" u="none" strike="noStrike">
                          <a:effectLst/>
                        </a:rPr>
                        <a:t>East Loop</a:t>
                      </a:r>
                      <a:endParaRPr lang="en-US" sz="1800" b="0" i="0" u="none" strike="noStrike">
                        <a:solidFill>
                          <a:srgbClr val="000000"/>
                        </a:solidFill>
                        <a:effectLst/>
                        <a:latin typeface="Calibri" panose="020F0502020204030204" pitchFamily="34" charset="0"/>
                      </a:endParaRPr>
                    </a:p>
                  </a:txBody>
                  <a:tcPr marL="13990" marR="13990" marT="13990" marB="0" anchor="b"/>
                </a:tc>
                <a:tc>
                  <a:txBody>
                    <a:bodyPr/>
                    <a:lstStyle/>
                    <a:p>
                      <a:pPr algn="l" fontAlgn="b">
                        <a:buNone/>
                      </a:pPr>
                      <a:r>
                        <a:rPr lang="en-US" sz="1800" u="none" strike="noStrike">
                          <a:effectLst/>
                        </a:rPr>
                        <a:t>PSXX-AR</a:t>
                      </a:r>
                      <a:endParaRPr lang="en-US" sz="1800" b="0" i="0" u="none" strike="noStrike">
                        <a:solidFill>
                          <a:srgbClr val="000000"/>
                        </a:solidFill>
                        <a:effectLst/>
                        <a:latin typeface="Calibri" panose="020F0502020204030204" pitchFamily="34" charset="0"/>
                      </a:endParaRPr>
                    </a:p>
                  </a:txBody>
                  <a:tcPr marL="13990" marR="13990" marT="13990" marB="0" anchor="b"/>
                </a:tc>
                <a:tc>
                  <a:txBody>
                    <a:bodyPr/>
                    <a:lstStyle/>
                    <a:p>
                      <a:pPr algn="l" fontAlgn="b">
                        <a:buNone/>
                      </a:pPr>
                      <a:r>
                        <a:rPr lang="en-US" sz="1800" u="none" strike="noStrike">
                          <a:effectLst/>
                        </a:rPr>
                        <a:t>Auto-Reverser</a:t>
                      </a:r>
                      <a:endParaRPr lang="en-US" sz="1800" b="0" i="0" u="none" strike="noStrike">
                        <a:solidFill>
                          <a:srgbClr val="000000"/>
                        </a:solidFill>
                        <a:effectLst/>
                        <a:latin typeface="Calibri" panose="020F0502020204030204" pitchFamily="34" charset="0"/>
                      </a:endParaRPr>
                    </a:p>
                  </a:txBody>
                  <a:tcPr marL="13990" marR="13990" marT="13990" marB="0" anchor="b"/>
                </a:tc>
                <a:extLst>
                  <a:ext uri="{0D108BD9-81ED-4DB2-BD59-A6C34878D82A}">
                    <a16:rowId xmlns:a16="http://schemas.microsoft.com/office/drawing/2014/main" val="3097391898"/>
                  </a:ext>
                </a:extLst>
              </a:tr>
              <a:tr h="298452">
                <a:tc>
                  <a:txBody>
                    <a:bodyPr/>
                    <a:lstStyle/>
                    <a:p>
                      <a:pPr algn="ctr" fontAlgn="b">
                        <a:buNone/>
                      </a:pPr>
                      <a:r>
                        <a:rPr lang="en-US" sz="1800" u="none" strike="noStrike">
                          <a:effectLst/>
                        </a:rPr>
                        <a:t>8</a:t>
                      </a:r>
                      <a:endParaRPr lang="en-US" sz="1800" b="0" i="0" u="none" strike="noStrike">
                        <a:solidFill>
                          <a:srgbClr val="000000"/>
                        </a:solidFill>
                        <a:effectLst/>
                        <a:latin typeface="Calibri" panose="020F0502020204030204" pitchFamily="34" charset="0"/>
                      </a:endParaRPr>
                    </a:p>
                  </a:txBody>
                  <a:tcPr marL="13990" marR="13990" marT="13990" marB="0" anchor="b"/>
                </a:tc>
                <a:tc>
                  <a:txBody>
                    <a:bodyPr/>
                    <a:lstStyle/>
                    <a:p>
                      <a:pPr algn="l" fontAlgn="b">
                        <a:buNone/>
                      </a:pPr>
                      <a:r>
                        <a:rPr lang="en-US" sz="1800" u="none" strike="noStrike">
                          <a:effectLst/>
                        </a:rPr>
                        <a:t>West</a:t>
                      </a:r>
                      <a:endParaRPr lang="en-US" sz="1800" b="0" i="0" u="none" strike="noStrike">
                        <a:solidFill>
                          <a:srgbClr val="000000"/>
                        </a:solidFill>
                        <a:effectLst/>
                        <a:latin typeface="Calibri" panose="020F0502020204030204" pitchFamily="34" charset="0"/>
                      </a:endParaRPr>
                    </a:p>
                  </a:txBody>
                  <a:tcPr marL="13990" marR="13990" marT="13990" marB="0" anchor="b"/>
                </a:tc>
                <a:tc>
                  <a:txBody>
                    <a:bodyPr/>
                    <a:lstStyle/>
                    <a:p>
                      <a:pPr algn="l" fontAlgn="b">
                        <a:buNone/>
                      </a:pPr>
                      <a:r>
                        <a:rPr lang="en-US" sz="1800" u="none" strike="noStrike">
                          <a:effectLst/>
                        </a:rPr>
                        <a:t>SRZ</a:t>
                      </a:r>
                      <a:endParaRPr lang="en-US" sz="1800" b="0" i="0" u="none" strike="noStrike">
                        <a:solidFill>
                          <a:srgbClr val="000000"/>
                        </a:solidFill>
                        <a:effectLst/>
                        <a:latin typeface="Calibri" panose="020F0502020204030204" pitchFamily="34" charset="0"/>
                      </a:endParaRPr>
                    </a:p>
                  </a:txBody>
                  <a:tcPr marL="13990" marR="13990" marT="13990" marB="0" anchor="b"/>
                </a:tc>
                <a:tc>
                  <a:txBody>
                    <a:bodyPr/>
                    <a:lstStyle/>
                    <a:p>
                      <a:pPr algn="l" fontAlgn="b">
                        <a:buNone/>
                      </a:pPr>
                      <a:r>
                        <a:rPr lang="en-US" sz="1800" u="none" strike="noStrike">
                          <a:effectLst/>
                        </a:rPr>
                        <a:t>Red</a:t>
                      </a:r>
                      <a:endParaRPr lang="en-US" sz="1800" b="0" i="0" u="none" strike="noStrike">
                        <a:solidFill>
                          <a:srgbClr val="000000"/>
                        </a:solidFill>
                        <a:effectLst/>
                        <a:latin typeface="Calibri" panose="020F0502020204030204" pitchFamily="34" charset="0"/>
                      </a:endParaRPr>
                    </a:p>
                  </a:txBody>
                  <a:tcPr marL="13990" marR="13990" marT="13990" marB="0" anchor="b"/>
                </a:tc>
                <a:tc>
                  <a:txBody>
                    <a:bodyPr/>
                    <a:lstStyle/>
                    <a:p>
                      <a:pPr algn="l" fontAlgn="b">
                        <a:buNone/>
                      </a:pPr>
                      <a:r>
                        <a:rPr lang="en-US" sz="1800" u="none" strike="noStrike">
                          <a:effectLst/>
                        </a:rPr>
                        <a:t>Black</a:t>
                      </a:r>
                      <a:endParaRPr lang="en-US" sz="1800" b="0" i="0" u="none" strike="noStrike">
                        <a:solidFill>
                          <a:srgbClr val="000000"/>
                        </a:solidFill>
                        <a:effectLst/>
                        <a:latin typeface="Calibri" panose="020F0502020204030204" pitchFamily="34" charset="0"/>
                      </a:endParaRPr>
                    </a:p>
                  </a:txBody>
                  <a:tcPr marL="13990" marR="13990" marT="13990" marB="0" anchor="b"/>
                </a:tc>
                <a:tc>
                  <a:txBody>
                    <a:bodyPr/>
                    <a:lstStyle/>
                    <a:p>
                      <a:pPr algn="l" fontAlgn="b">
                        <a:buNone/>
                      </a:pPr>
                      <a:r>
                        <a:rPr lang="en-US" sz="1800" u="none" strike="noStrike">
                          <a:effectLst/>
                        </a:rPr>
                        <a:t>Scully Reverse Zone</a:t>
                      </a:r>
                      <a:endParaRPr lang="en-US" sz="1800" b="0" i="0" u="none" strike="noStrike">
                        <a:solidFill>
                          <a:srgbClr val="000000"/>
                        </a:solidFill>
                        <a:effectLst/>
                        <a:latin typeface="Calibri" panose="020F0502020204030204" pitchFamily="34" charset="0"/>
                      </a:endParaRPr>
                    </a:p>
                  </a:txBody>
                  <a:tcPr marL="13990" marR="13990" marT="13990" marB="0" anchor="b"/>
                </a:tc>
                <a:tc>
                  <a:txBody>
                    <a:bodyPr/>
                    <a:lstStyle/>
                    <a:p>
                      <a:pPr algn="l" fontAlgn="b">
                        <a:buNone/>
                      </a:pPr>
                      <a:r>
                        <a:rPr lang="en-US" sz="1800" u="none" strike="noStrike">
                          <a:effectLst/>
                        </a:rPr>
                        <a:t>AR-10</a:t>
                      </a:r>
                      <a:endParaRPr lang="en-US" sz="1800" b="0" i="0" u="none" strike="noStrike">
                        <a:solidFill>
                          <a:srgbClr val="000000"/>
                        </a:solidFill>
                        <a:effectLst/>
                        <a:latin typeface="Calibri" panose="020F0502020204030204" pitchFamily="34" charset="0"/>
                      </a:endParaRPr>
                    </a:p>
                  </a:txBody>
                  <a:tcPr marL="13990" marR="13990" marT="13990" marB="0" anchor="b"/>
                </a:tc>
                <a:tc>
                  <a:txBody>
                    <a:bodyPr/>
                    <a:lstStyle/>
                    <a:p>
                      <a:pPr algn="l" fontAlgn="b">
                        <a:buNone/>
                      </a:pPr>
                      <a:r>
                        <a:rPr lang="en-US" sz="1800" u="none" strike="noStrike">
                          <a:effectLst/>
                        </a:rPr>
                        <a:t>Auto-Reverser</a:t>
                      </a:r>
                      <a:endParaRPr lang="en-US" sz="1800" b="0" i="0" u="none" strike="noStrike">
                        <a:solidFill>
                          <a:srgbClr val="000000"/>
                        </a:solidFill>
                        <a:effectLst/>
                        <a:latin typeface="Calibri" panose="020F0502020204030204" pitchFamily="34" charset="0"/>
                      </a:endParaRPr>
                    </a:p>
                  </a:txBody>
                  <a:tcPr marL="13990" marR="13990" marT="13990" marB="0" anchor="b"/>
                </a:tc>
                <a:extLst>
                  <a:ext uri="{0D108BD9-81ED-4DB2-BD59-A6C34878D82A}">
                    <a16:rowId xmlns:a16="http://schemas.microsoft.com/office/drawing/2014/main" val="3455063242"/>
                  </a:ext>
                </a:extLst>
              </a:tr>
              <a:tr h="298452">
                <a:tc>
                  <a:txBody>
                    <a:bodyPr/>
                    <a:lstStyle/>
                    <a:p>
                      <a:pPr algn="ctr" fontAlgn="b">
                        <a:buNone/>
                      </a:pPr>
                      <a:r>
                        <a:rPr lang="en-US" sz="1800" u="none" strike="noStrike">
                          <a:effectLst/>
                        </a:rPr>
                        <a:t>9</a:t>
                      </a:r>
                      <a:endParaRPr lang="en-US" sz="1800" b="0" i="0" u="none" strike="noStrike">
                        <a:solidFill>
                          <a:srgbClr val="000000"/>
                        </a:solidFill>
                        <a:effectLst/>
                        <a:latin typeface="Calibri" panose="020F0502020204030204" pitchFamily="34" charset="0"/>
                      </a:endParaRPr>
                    </a:p>
                  </a:txBody>
                  <a:tcPr marL="13990" marR="13990" marT="13990" marB="0" anchor="b"/>
                </a:tc>
                <a:tc>
                  <a:txBody>
                    <a:bodyPr/>
                    <a:lstStyle/>
                    <a:p>
                      <a:pPr algn="l" fontAlgn="b">
                        <a:buNone/>
                      </a:pPr>
                      <a:r>
                        <a:rPr lang="en-US" sz="1800" u="none" strike="noStrike">
                          <a:effectLst/>
                        </a:rPr>
                        <a:t>Peninsula - Upper</a:t>
                      </a:r>
                      <a:endParaRPr lang="en-US" sz="1800" b="0" i="0" u="none" strike="noStrike">
                        <a:solidFill>
                          <a:srgbClr val="000000"/>
                        </a:solidFill>
                        <a:effectLst/>
                        <a:latin typeface="Calibri" panose="020F0502020204030204" pitchFamily="34" charset="0"/>
                      </a:endParaRPr>
                    </a:p>
                  </a:txBody>
                  <a:tcPr marL="13990" marR="13990" marT="13990" marB="0" anchor="b"/>
                </a:tc>
                <a:tc>
                  <a:txBody>
                    <a:bodyPr/>
                    <a:lstStyle/>
                    <a:p>
                      <a:pPr algn="l" fontAlgn="b">
                        <a:buNone/>
                      </a:pPr>
                      <a:r>
                        <a:rPr lang="en-US" sz="1800" u="none" strike="noStrike">
                          <a:effectLst/>
                        </a:rPr>
                        <a:t>BRZ</a:t>
                      </a:r>
                      <a:endParaRPr lang="en-US" sz="1800" b="0" i="0" u="none" strike="noStrike">
                        <a:solidFill>
                          <a:srgbClr val="000000"/>
                        </a:solidFill>
                        <a:effectLst/>
                        <a:latin typeface="Calibri" panose="020F0502020204030204" pitchFamily="34" charset="0"/>
                      </a:endParaRPr>
                    </a:p>
                  </a:txBody>
                  <a:tcPr marL="13990" marR="13990" marT="13990" marB="0" anchor="b"/>
                </a:tc>
                <a:tc>
                  <a:txBody>
                    <a:bodyPr/>
                    <a:lstStyle/>
                    <a:p>
                      <a:pPr algn="l" fontAlgn="b">
                        <a:buNone/>
                      </a:pPr>
                      <a:r>
                        <a:rPr lang="en-US" sz="1800" u="none" strike="noStrike">
                          <a:effectLst/>
                        </a:rPr>
                        <a:t>Red</a:t>
                      </a:r>
                      <a:endParaRPr lang="en-US" sz="1800" b="0" i="0" u="none" strike="noStrike">
                        <a:solidFill>
                          <a:srgbClr val="000000"/>
                        </a:solidFill>
                        <a:effectLst/>
                        <a:latin typeface="Calibri" panose="020F0502020204030204" pitchFamily="34" charset="0"/>
                      </a:endParaRPr>
                    </a:p>
                  </a:txBody>
                  <a:tcPr marL="13990" marR="13990" marT="13990" marB="0" anchor="b"/>
                </a:tc>
                <a:tc>
                  <a:txBody>
                    <a:bodyPr/>
                    <a:lstStyle/>
                    <a:p>
                      <a:pPr algn="l" fontAlgn="b">
                        <a:buNone/>
                      </a:pPr>
                      <a:r>
                        <a:rPr lang="en-US" sz="1800" u="none" strike="noStrike">
                          <a:effectLst/>
                        </a:rPr>
                        <a:t>Black</a:t>
                      </a:r>
                      <a:endParaRPr lang="en-US" sz="1800" b="0" i="0" u="none" strike="noStrike">
                        <a:solidFill>
                          <a:srgbClr val="000000"/>
                        </a:solidFill>
                        <a:effectLst/>
                        <a:latin typeface="Calibri" panose="020F0502020204030204" pitchFamily="34" charset="0"/>
                      </a:endParaRPr>
                    </a:p>
                  </a:txBody>
                  <a:tcPr marL="13990" marR="13990" marT="13990" marB="0" anchor="b"/>
                </a:tc>
                <a:tc>
                  <a:txBody>
                    <a:bodyPr/>
                    <a:lstStyle/>
                    <a:p>
                      <a:pPr algn="l" fontAlgn="b">
                        <a:buNone/>
                      </a:pPr>
                      <a:r>
                        <a:rPr lang="en-US" sz="1800" u="none" strike="noStrike">
                          <a:effectLst/>
                        </a:rPr>
                        <a:t>Branch Loop</a:t>
                      </a:r>
                      <a:endParaRPr lang="en-US" sz="1800" b="0" i="0" u="none" strike="noStrike">
                        <a:solidFill>
                          <a:srgbClr val="000000"/>
                        </a:solidFill>
                        <a:effectLst/>
                        <a:latin typeface="Calibri" panose="020F0502020204030204" pitchFamily="34" charset="0"/>
                      </a:endParaRPr>
                    </a:p>
                  </a:txBody>
                  <a:tcPr marL="13990" marR="13990" marT="13990" marB="0" anchor="b"/>
                </a:tc>
                <a:tc>
                  <a:txBody>
                    <a:bodyPr/>
                    <a:lstStyle/>
                    <a:p>
                      <a:pPr algn="l" fontAlgn="b">
                        <a:buNone/>
                      </a:pPr>
                      <a:r>
                        <a:rPr lang="en-US" sz="1800" u="none" strike="noStrike">
                          <a:effectLst/>
                        </a:rPr>
                        <a:t>PSXX-AR</a:t>
                      </a:r>
                      <a:endParaRPr lang="en-US" sz="1800" b="0" i="0" u="none" strike="noStrike">
                        <a:solidFill>
                          <a:srgbClr val="000000"/>
                        </a:solidFill>
                        <a:effectLst/>
                        <a:latin typeface="Calibri" panose="020F0502020204030204" pitchFamily="34" charset="0"/>
                      </a:endParaRPr>
                    </a:p>
                  </a:txBody>
                  <a:tcPr marL="13990" marR="13990" marT="13990" marB="0" anchor="b"/>
                </a:tc>
                <a:tc>
                  <a:txBody>
                    <a:bodyPr/>
                    <a:lstStyle/>
                    <a:p>
                      <a:pPr algn="l" fontAlgn="b">
                        <a:buNone/>
                      </a:pPr>
                      <a:r>
                        <a:rPr lang="en-US" sz="1800" u="none" strike="noStrike">
                          <a:effectLst/>
                        </a:rPr>
                        <a:t>Auto-Reverser</a:t>
                      </a:r>
                      <a:endParaRPr lang="en-US" sz="1800" b="0" i="0" u="none" strike="noStrike">
                        <a:solidFill>
                          <a:srgbClr val="000000"/>
                        </a:solidFill>
                        <a:effectLst/>
                        <a:latin typeface="Calibri" panose="020F0502020204030204" pitchFamily="34" charset="0"/>
                      </a:endParaRPr>
                    </a:p>
                  </a:txBody>
                  <a:tcPr marL="13990" marR="13990" marT="13990" marB="0" anchor="b"/>
                </a:tc>
                <a:extLst>
                  <a:ext uri="{0D108BD9-81ED-4DB2-BD59-A6C34878D82A}">
                    <a16:rowId xmlns:a16="http://schemas.microsoft.com/office/drawing/2014/main" val="811952075"/>
                  </a:ext>
                </a:extLst>
              </a:tr>
              <a:tr h="298452">
                <a:tc>
                  <a:txBody>
                    <a:bodyPr/>
                    <a:lstStyle/>
                    <a:p>
                      <a:pPr algn="ctr" fontAlgn="b">
                        <a:buNone/>
                      </a:pPr>
                      <a:r>
                        <a:rPr lang="en-US" sz="1800" u="none" strike="noStrike">
                          <a:effectLst/>
                        </a:rPr>
                        <a:t>10</a:t>
                      </a:r>
                      <a:endParaRPr lang="en-US" sz="1800" b="0" i="0" u="none" strike="noStrike">
                        <a:solidFill>
                          <a:srgbClr val="000000"/>
                        </a:solidFill>
                        <a:effectLst/>
                        <a:latin typeface="Calibri" panose="020F0502020204030204" pitchFamily="34" charset="0"/>
                      </a:endParaRPr>
                    </a:p>
                  </a:txBody>
                  <a:tcPr marL="13990" marR="13990" marT="13990" marB="0" anchor="b"/>
                </a:tc>
                <a:tc>
                  <a:txBody>
                    <a:bodyPr/>
                    <a:lstStyle/>
                    <a:p>
                      <a:pPr algn="l" fontAlgn="b">
                        <a:buNone/>
                      </a:pPr>
                      <a:r>
                        <a:rPr lang="en-US" sz="1800" u="none" strike="noStrike">
                          <a:effectLst/>
                        </a:rPr>
                        <a:t>Peninsula - Upper</a:t>
                      </a:r>
                      <a:endParaRPr lang="en-US" sz="1800" b="0" i="0" u="none" strike="noStrike">
                        <a:solidFill>
                          <a:srgbClr val="000000"/>
                        </a:solidFill>
                        <a:effectLst/>
                        <a:latin typeface="Calibri" panose="020F0502020204030204" pitchFamily="34" charset="0"/>
                      </a:endParaRPr>
                    </a:p>
                  </a:txBody>
                  <a:tcPr marL="13990" marR="13990" marT="13990" marB="0" anchor="b"/>
                </a:tc>
                <a:tc>
                  <a:txBody>
                    <a:bodyPr/>
                    <a:lstStyle/>
                    <a:p>
                      <a:pPr algn="l" fontAlgn="b">
                        <a:buNone/>
                      </a:pPr>
                      <a:r>
                        <a:rPr lang="en-US" sz="1800" u="none" strike="noStrike">
                          <a:effectLst/>
                        </a:rPr>
                        <a:t>CIZ</a:t>
                      </a:r>
                      <a:endParaRPr lang="en-US" sz="1800" b="0" i="0" u="none" strike="noStrike">
                        <a:solidFill>
                          <a:srgbClr val="000000"/>
                        </a:solidFill>
                        <a:effectLst/>
                        <a:latin typeface="Calibri" panose="020F0502020204030204" pitchFamily="34" charset="0"/>
                      </a:endParaRPr>
                    </a:p>
                  </a:txBody>
                  <a:tcPr marL="13990" marR="13990" marT="13990" marB="0" anchor="b"/>
                </a:tc>
                <a:tc>
                  <a:txBody>
                    <a:bodyPr/>
                    <a:lstStyle/>
                    <a:p>
                      <a:pPr algn="l" fontAlgn="b">
                        <a:buNone/>
                      </a:pPr>
                      <a:r>
                        <a:rPr lang="en-US" sz="1800" u="none" strike="noStrike">
                          <a:effectLst/>
                        </a:rPr>
                        <a:t>White</a:t>
                      </a:r>
                      <a:endParaRPr lang="en-US" sz="1800" b="0" i="0" u="none" strike="noStrike">
                        <a:solidFill>
                          <a:srgbClr val="000000"/>
                        </a:solidFill>
                        <a:effectLst/>
                        <a:latin typeface="Calibri" panose="020F0502020204030204" pitchFamily="34" charset="0"/>
                      </a:endParaRPr>
                    </a:p>
                  </a:txBody>
                  <a:tcPr marL="13990" marR="13990" marT="13990" marB="0" anchor="b"/>
                </a:tc>
                <a:tc>
                  <a:txBody>
                    <a:bodyPr/>
                    <a:lstStyle/>
                    <a:p>
                      <a:pPr algn="l" fontAlgn="b">
                        <a:buNone/>
                      </a:pPr>
                      <a:r>
                        <a:rPr lang="en-US" sz="1800" u="none" strike="noStrike">
                          <a:effectLst/>
                        </a:rPr>
                        <a:t>Blue</a:t>
                      </a:r>
                      <a:endParaRPr lang="en-US" sz="1800" b="0" i="0" u="none" strike="noStrike">
                        <a:solidFill>
                          <a:srgbClr val="000000"/>
                        </a:solidFill>
                        <a:effectLst/>
                        <a:latin typeface="Calibri" panose="020F0502020204030204" pitchFamily="34" charset="0"/>
                      </a:endParaRPr>
                    </a:p>
                  </a:txBody>
                  <a:tcPr marL="13990" marR="13990" marT="13990" marB="0" anchor="b"/>
                </a:tc>
                <a:tc>
                  <a:txBody>
                    <a:bodyPr/>
                    <a:lstStyle/>
                    <a:p>
                      <a:pPr algn="l" fontAlgn="b">
                        <a:buNone/>
                      </a:pPr>
                      <a:r>
                        <a:rPr lang="en-US" sz="1800" u="none" strike="noStrike">
                          <a:effectLst/>
                        </a:rPr>
                        <a:t>Canonsburg Inner</a:t>
                      </a:r>
                      <a:endParaRPr lang="en-US" sz="1800" b="0" i="0" u="none" strike="noStrike">
                        <a:solidFill>
                          <a:srgbClr val="000000"/>
                        </a:solidFill>
                        <a:effectLst/>
                        <a:latin typeface="Calibri" panose="020F0502020204030204" pitchFamily="34" charset="0"/>
                      </a:endParaRPr>
                    </a:p>
                  </a:txBody>
                  <a:tcPr marL="13990" marR="13990" marT="13990" marB="0" anchor="b"/>
                </a:tc>
                <a:tc>
                  <a:txBody>
                    <a:bodyPr/>
                    <a:lstStyle/>
                    <a:p>
                      <a:pPr algn="l" fontAlgn="b">
                        <a:buNone/>
                      </a:pPr>
                      <a:r>
                        <a:rPr lang="en-US" sz="1800" u="none" strike="noStrike">
                          <a:effectLst/>
                        </a:rPr>
                        <a:t>PSXX-AR</a:t>
                      </a:r>
                      <a:endParaRPr lang="en-US" sz="1800" b="0" i="0" u="none" strike="noStrike">
                        <a:solidFill>
                          <a:srgbClr val="000000"/>
                        </a:solidFill>
                        <a:effectLst/>
                        <a:latin typeface="Calibri" panose="020F0502020204030204" pitchFamily="34" charset="0"/>
                      </a:endParaRPr>
                    </a:p>
                  </a:txBody>
                  <a:tcPr marL="13990" marR="13990" marT="13990" marB="0" anchor="b"/>
                </a:tc>
                <a:tc>
                  <a:txBody>
                    <a:bodyPr/>
                    <a:lstStyle/>
                    <a:p>
                      <a:pPr algn="l" fontAlgn="b">
                        <a:buNone/>
                      </a:pPr>
                      <a:r>
                        <a:rPr lang="en-US" sz="1800" u="none" strike="noStrike">
                          <a:effectLst/>
                        </a:rPr>
                        <a:t>Auto-Reverser</a:t>
                      </a:r>
                      <a:endParaRPr lang="en-US" sz="1800" b="0" i="0" u="none" strike="noStrike">
                        <a:solidFill>
                          <a:srgbClr val="000000"/>
                        </a:solidFill>
                        <a:effectLst/>
                        <a:latin typeface="Calibri" panose="020F0502020204030204" pitchFamily="34" charset="0"/>
                      </a:endParaRPr>
                    </a:p>
                  </a:txBody>
                  <a:tcPr marL="13990" marR="13990" marT="13990" marB="0" anchor="b"/>
                </a:tc>
                <a:extLst>
                  <a:ext uri="{0D108BD9-81ED-4DB2-BD59-A6C34878D82A}">
                    <a16:rowId xmlns:a16="http://schemas.microsoft.com/office/drawing/2014/main" val="1254779116"/>
                  </a:ext>
                </a:extLst>
              </a:tr>
              <a:tr h="298452">
                <a:tc>
                  <a:txBody>
                    <a:bodyPr/>
                    <a:lstStyle/>
                    <a:p>
                      <a:pPr algn="ctr" fontAlgn="b">
                        <a:buNone/>
                      </a:pPr>
                      <a:r>
                        <a:rPr lang="en-US" sz="1800" u="none" strike="noStrike">
                          <a:effectLst/>
                        </a:rPr>
                        <a:t>11</a:t>
                      </a:r>
                      <a:endParaRPr lang="en-US" sz="1800" b="0" i="0" u="none" strike="noStrike">
                        <a:solidFill>
                          <a:srgbClr val="000000"/>
                        </a:solidFill>
                        <a:effectLst/>
                        <a:latin typeface="Calibri" panose="020F0502020204030204" pitchFamily="34" charset="0"/>
                      </a:endParaRPr>
                    </a:p>
                  </a:txBody>
                  <a:tcPr marL="13990" marR="13990" marT="13990" marB="0" anchor="b"/>
                </a:tc>
                <a:tc>
                  <a:txBody>
                    <a:bodyPr/>
                    <a:lstStyle/>
                    <a:p>
                      <a:pPr algn="l" fontAlgn="b">
                        <a:buNone/>
                      </a:pPr>
                      <a:r>
                        <a:rPr lang="en-US" sz="1800" u="none" strike="noStrike">
                          <a:effectLst/>
                        </a:rPr>
                        <a:t>Peninsula - Upper</a:t>
                      </a:r>
                      <a:endParaRPr lang="en-US" sz="1800" b="0" i="0" u="none" strike="noStrike">
                        <a:solidFill>
                          <a:srgbClr val="000000"/>
                        </a:solidFill>
                        <a:effectLst/>
                        <a:latin typeface="Calibri" panose="020F0502020204030204" pitchFamily="34" charset="0"/>
                      </a:endParaRPr>
                    </a:p>
                  </a:txBody>
                  <a:tcPr marL="13990" marR="13990" marT="13990" marB="0" anchor="b"/>
                </a:tc>
                <a:tc>
                  <a:txBody>
                    <a:bodyPr/>
                    <a:lstStyle/>
                    <a:p>
                      <a:pPr algn="l" fontAlgn="b">
                        <a:buNone/>
                      </a:pPr>
                      <a:r>
                        <a:rPr lang="en-US" sz="1800" u="none" strike="noStrike">
                          <a:effectLst/>
                        </a:rPr>
                        <a:t>COZ</a:t>
                      </a:r>
                      <a:endParaRPr lang="en-US" sz="1800" b="0" i="0" u="none" strike="noStrike">
                        <a:solidFill>
                          <a:srgbClr val="000000"/>
                        </a:solidFill>
                        <a:effectLst/>
                        <a:latin typeface="Calibri" panose="020F0502020204030204" pitchFamily="34" charset="0"/>
                      </a:endParaRPr>
                    </a:p>
                  </a:txBody>
                  <a:tcPr marL="13990" marR="13990" marT="13990" marB="0" anchor="b"/>
                </a:tc>
                <a:tc>
                  <a:txBody>
                    <a:bodyPr/>
                    <a:lstStyle/>
                    <a:p>
                      <a:pPr algn="l" fontAlgn="b">
                        <a:buNone/>
                      </a:pPr>
                      <a:r>
                        <a:rPr lang="en-US" sz="1800" u="none" strike="noStrike">
                          <a:effectLst/>
                        </a:rPr>
                        <a:t>White</a:t>
                      </a:r>
                      <a:endParaRPr lang="en-US" sz="1800" b="0" i="0" u="none" strike="noStrike">
                        <a:solidFill>
                          <a:srgbClr val="000000"/>
                        </a:solidFill>
                        <a:effectLst/>
                        <a:latin typeface="Calibri" panose="020F0502020204030204" pitchFamily="34" charset="0"/>
                      </a:endParaRPr>
                    </a:p>
                  </a:txBody>
                  <a:tcPr marL="13990" marR="13990" marT="13990" marB="0" anchor="b"/>
                </a:tc>
                <a:tc>
                  <a:txBody>
                    <a:bodyPr/>
                    <a:lstStyle/>
                    <a:p>
                      <a:pPr algn="l" fontAlgn="b">
                        <a:buNone/>
                      </a:pPr>
                      <a:r>
                        <a:rPr lang="en-US" sz="1800" u="none" strike="noStrike">
                          <a:effectLst/>
                        </a:rPr>
                        <a:t>Blue</a:t>
                      </a:r>
                      <a:endParaRPr lang="en-US" sz="1800" b="0" i="0" u="none" strike="noStrike">
                        <a:solidFill>
                          <a:srgbClr val="000000"/>
                        </a:solidFill>
                        <a:effectLst/>
                        <a:latin typeface="Calibri" panose="020F0502020204030204" pitchFamily="34" charset="0"/>
                      </a:endParaRPr>
                    </a:p>
                  </a:txBody>
                  <a:tcPr marL="13990" marR="13990" marT="13990" marB="0" anchor="b"/>
                </a:tc>
                <a:tc>
                  <a:txBody>
                    <a:bodyPr/>
                    <a:lstStyle/>
                    <a:p>
                      <a:pPr algn="l" fontAlgn="b">
                        <a:buNone/>
                      </a:pPr>
                      <a:r>
                        <a:rPr lang="en-US" sz="1800" u="none" strike="noStrike">
                          <a:effectLst/>
                        </a:rPr>
                        <a:t>Canonsburg Outer</a:t>
                      </a:r>
                      <a:endParaRPr lang="en-US" sz="1800" b="0" i="0" u="none" strike="noStrike">
                        <a:solidFill>
                          <a:srgbClr val="000000"/>
                        </a:solidFill>
                        <a:effectLst/>
                        <a:latin typeface="Calibri" panose="020F0502020204030204" pitchFamily="34" charset="0"/>
                      </a:endParaRPr>
                    </a:p>
                  </a:txBody>
                  <a:tcPr marL="13990" marR="13990" marT="13990" marB="0" anchor="b"/>
                </a:tc>
                <a:tc>
                  <a:txBody>
                    <a:bodyPr/>
                    <a:lstStyle/>
                    <a:p>
                      <a:pPr algn="l" fontAlgn="b">
                        <a:buNone/>
                      </a:pPr>
                      <a:r>
                        <a:rPr lang="en-US" sz="1800" u="none" strike="noStrike">
                          <a:effectLst/>
                        </a:rPr>
                        <a:t>PSXX-AR</a:t>
                      </a:r>
                      <a:endParaRPr lang="en-US" sz="1800" b="0" i="0" u="none" strike="noStrike">
                        <a:solidFill>
                          <a:srgbClr val="000000"/>
                        </a:solidFill>
                        <a:effectLst/>
                        <a:latin typeface="Calibri" panose="020F0502020204030204" pitchFamily="34" charset="0"/>
                      </a:endParaRPr>
                    </a:p>
                  </a:txBody>
                  <a:tcPr marL="13990" marR="13990" marT="13990" marB="0" anchor="b"/>
                </a:tc>
                <a:tc>
                  <a:txBody>
                    <a:bodyPr/>
                    <a:lstStyle/>
                    <a:p>
                      <a:pPr algn="l" fontAlgn="b">
                        <a:buNone/>
                      </a:pPr>
                      <a:r>
                        <a:rPr lang="en-US" sz="1800" u="none" strike="noStrike" dirty="0">
                          <a:effectLst/>
                        </a:rPr>
                        <a:t>Auto-Reverser</a:t>
                      </a:r>
                      <a:endParaRPr lang="en-US" sz="1800" b="0" i="0" u="none" strike="noStrike" dirty="0">
                        <a:solidFill>
                          <a:srgbClr val="000000"/>
                        </a:solidFill>
                        <a:effectLst/>
                        <a:latin typeface="Calibri" panose="020F0502020204030204" pitchFamily="34" charset="0"/>
                      </a:endParaRPr>
                    </a:p>
                  </a:txBody>
                  <a:tcPr marL="13990" marR="13990" marT="13990" marB="0" anchor="b"/>
                </a:tc>
                <a:extLst>
                  <a:ext uri="{0D108BD9-81ED-4DB2-BD59-A6C34878D82A}">
                    <a16:rowId xmlns:a16="http://schemas.microsoft.com/office/drawing/2014/main" val="3529583392"/>
                  </a:ext>
                </a:extLst>
              </a:tr>
            </a:tbl>
          </a:graphicData>
        </a:graphic>
      </p:graphicFrame>
    </p:spTree>
    <p:extLst>
      <p:ext uri="{BB962C8B-B14F-4D97-AF65-F5344CB8AC3E}">
        <p14:creationId xmlns:p14="http://schemas.microsoft.com/office/powerpoint/2010/main" val="28330320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21474C-BF1A-DD93-F475-8F897AE337BD}"/>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12189723-D06F-4850-87BA-AD1D782F4C4C}"/>
              </a:ext>
            </a:extLst>
          </p:cNvPr>
          <p:cNvSpPr/>
          <p:nvPr/>
        </p:nvSpPr>
        <p:spPr>
          <a:xfrm>
            <a:off x="5665097" y="1266566"/>
            <a:ext cx="1063256" cy="77617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PSXX-AR</a:t>
            </a:r>
          </a:p>
        </p:txBody>
      </p:sp>
      <p:sp>
        <p:nvSpPr>
          <p:cNvPr id="8" name="Rectangle 7">
            <a:extLst>
              <a:ext uri="{FF2B5EF4-FFF2-40B4-BE49-F238E27FC236}">
                <a16:creationId xmlns:a16="http://schemas.microsoft.com/office/drawing/2014/main" id="{B43659B1-239E-EB74-7F86-388645D27BF3}"/>
              </a:ext>
            </a:extLst>
          </p:cNvPr>
          <p:cNvSpPr/>
          <p:nvPr/>
        </p:nvSpPr>
        <p:spPr>
          <a:xfrm>
            <a:off x="1294487" y="1442506"/>
            <a:ext cx="1063256" cy="77617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9" name="Rectangle 8">
            <a:extLst>
              <a:ext uri="{FF2B5EF4-FFF2-40B4-BE49-F238E27FC236}">
                <a16:creationId xmlns:a16="http://schemas.microsoft.com/office/drawing/2014/main" id="{08513D92-29A3-A16A-2537-676CE5A9072D}"/>
              </a:ext>
            </a:extLst>
          </p:cNvPr>
          <p:cNvSpPr/>
          <p:nvPr/>
        </p:nvSpPr>
        <p:spPr>
          <a:xfrm>
            <a:off x="1446887" y="1594906"/>
            <a:ext cx="1063256" cy="77617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10" name="Rectangle 9">
            <a:extLst>
              <a:ext uri="{FF2B5EF4-FFF2-40B4-BE49-F238E27FC236}">
                <a16:creationId xmlns:a16="http://schemas.microsoft.com/office/drawing/2014/main" id="{0B795901-CE82-9739-B829-A63A1EBF180B}"/>
              </a:ext>
            </a:extLst>
          </p:cNvPr>
          <p:cNvSpPr/>
          <p:nvPr/>
        </p:nvSpPr>
        <p:spPr>
          <a:xfrm>
            <a:off x="1599287" y="1747306"/>
            <a:ext cx="1063256" cy="77617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PSX-AR (3)</a:t>
            </a:r>
          </a:p>
        </p:txBody>
      </p:sp>
      <p:sp>
        <p:nvSpPr>
          <p:cNvPr id="11" name="Rectangle 10">
            <a:extLst>
              <a:ext uri="{FF2B5EF4-FFF2-40B4-BE49-F238E27FC236}">
                <a16:creationId xmlns:a16="http://schemas.microsoft.com/office/drawing/2014/main" id="{7DDA130A-BC25-8960-67A8-EFF863888C71}"/>
              </a:ext>
            </a:extLst>
          </p:cNvPr>
          <p:cNvSpPr/>
          <p:nvPr/>
        </p:nvSpPr>
        <p:spPr>
          <a:xfrm>
            <a:off x="3725799" y="2288693"/>
            <a:ext cx="1063256" cy="77617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AR-10</a:t>
            </a:r>
          </a:p>
        </p:txBody>
      </p:sp>
      <p:sp>
        <p:nvSpPr>
          <p:cNvPr id="12" name="Rectangle 11">
            <a:extLst>
              <a:ext uri="{FF2B5EF4-FFF2-40B4-BE49-F238E27FC236}">
                <a16:creationId xmlns:a16="http://schemas.microsoft.com/office/drawing/2014/main" id="{4FB6D137-EB70-1CFE-5FBB-B5E326F798E5}"/>
              </a:ext>
            </a:extLst>
          </p:cNvPr>
          <p:cNvSpPr/>
          <p:nvPr/>
        </p:nvSpPr>
        <p:spPr>
          <a:xfrm>
            <a:off x="5665097" y="3313646"/>
            <a:ext cx="889673" cy="47512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PSXX-1</a:t>
            </a:r>
          </a:p>
        </p:txBody>
      </p:sp>
      <p:sp>
        <p:nvSpPr>
          <p:cNvPr id="13" name="Rectangle 12">
            <a:extLst>
              <a:ext uri="{FF2B5EF4-FFF2-40B4-BE49-F238E27FC236}">
                <a16:creationId xmlns:a16="http://schemas.microsoft.com/office/drawing/2014/main" id="{A6FBD0BA-6149-2E15-C810-521A4767F0CE}"/>
              </a:ext>
            </a:extLst>
          </p:cNvPr>
          <p:cNvSpPr/>
          <p:nvPr/>
        </p:nvSpPr>
        <p:spPr>
          <a:xfrm>
            <a:off x="5679236" y="5059677"/>
            <a:ext cx="1063256" cy="77617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PSXX-AR</a:t>
            </a:r>
          </a:p>
        </p:txBody>
      </p:sp>
      <p:grpSp>
        <p:nvGrpSpPr>
          <p:cNvPr id="18" name="Group 17">
            <a:extLst>
              <a:ext uri="{FF2B5EF4-FFF2-40B4-BE49-F238E27FC236}">
                <a16:creationId xmlns:a16="http://schemas.microsoft.com/office/drawing/2014/main" id="{23495EEB-0C93-5579-1A7C-4E255EC2A321}"/>
              </a:ext>
            </a:extLst>
          </p:cNvPr>
          <p:cNvGrpSpPr/>
          <p:nvPr/>
        </p:nvGrpSpPr>
        <p:grpSpPr>
          <a:xfrm>
            <a:off x="7301648" y="1588185"/>
            <a:ext cx="382772" cy="709775"/>
            <a:chOff x="4837814" y="1519518"/>
            <a:chExt cx="382772" cy="709775"/>
          </a:xfrm>
        </p:grpSpPr>
        <p:sp>
          <p:nvSpPr>
            <p:cNvPr id="14" name="Frame 13">
              <a:extLst>
                <a:ext uri="{FF2B5EF4-FFF2-40B4-BE49-F238E27FC236}">
                  <a16:creationId xmlns:a16="http://schemas.microsoft.com/office/drawing/2014/main" id="{53092870-D57D-1579-13BA-995CE1605329}"/>
                </a:ext>
              </a:extLst>
            </p:cNvPr>
            <p:cNvSpPr/>
            <p:nvPr/>
          </p:nvSpPr>
          <p:spPr>
            <a:xfrm>
              <a:off x="4837814" y="1519518"/>
              <a:ext cx="382772" cy="709775"/>
            </a:xfrm>
            <a:prstGeom prst="fram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5" name="Oval 14">
              <a:extLst>
                <a:ext uri="{FF2B5EF4-FFF2-40B4-BE49-F238E27FC236}">
                  <a16:creationId xmlns:a16="http://schemas.microsoft.com/office/drawing/2014/main" id="{5BE2FCBE-E1BC-6A29-14F9-3AD4DD6DF0F7}"/>
                </a:ext>
              </a:extLst>
            </p:cNvPr>
            <p:cNvSpPr/>
            <p:nvPr/>
          </p:nvSpPr>
          <p:spPr>
            <a:xfrm>
              <a:off x="4965140" y="1659721"/>
              <a:ext cx="116958" cy="10632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16" name="Oval 15">
              <a:extLst>
                <a:ext uri="{FF2B5EF4-FFF2-40B4-BE49-F238E27FC236}">
                  <a16:creationId xmlns:a16="http://schemas.microsoft.com/office/drawing/2014/main" id="{973AEC86-4054-D129-3D6A-1631CB57634A}"/>
                </a:ext>
              </a:extLst>
            </p:cNvPr>
            <p:cNvSpPr/>
            <p:nvPr/>
          </p:nvSpPr>
          <p:spPr>
            <a:xfrm>
              <a:off x="4965140" y="1812121"/>
              <a:ext cx="116958" cy="10632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17" name="Oval 16">
              <a:extLst>
                <a:ext uri="{FF2B5EF4-FFF2-40B4-BE49-F238E27FC236}">
                  <a16:creationId xmlns:a16="http://schemas.microsoft.com/office/drawing/2014/main" id="{93B25D29-C683-A573-C791-7BBB097D6BC4}"/>
                </a:ext>
              </a:extLst>
            </p:cNvPr>
            <p:cNvSpPr/>
            <p:nvPr/>
          </p:nvSpPr>
          <p:spPr>
            <a:xfrm>
              <a:off x="4965140" y="1970567"/>
              <a:ext cx="116958" cy="10632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p>
          </p:txBody>
        </p:sp>
      </p:grpSp>
      <p:grpSp>
        <p:nvGrpSpPr>
          <p:cNvPr id="24" name="Group 23">
            <a:extLst>
              <a:ext uri="{FF2B5EF4-FFF2-40B4-BE49-F238E27FC236}">
                <a16:creationId xmlns:a16="http://schemas.microsoft.com/office/drawing/2014/main" id="{4AB6F578-7B52-34A2-5951-C15294B416BB}"/>
              </a:ext>
            </a:extLst>
          </p:cNvPr>
          <p:cNvGrpSpPr/>
          <p:nvPr/>
        </p:nvGrpSpPr>
        <p:grpSpPr>
          <a:xfrm>
            <a:off x="7310968" y="3106588"/>
            <a:ext cx="382772" cy="709775"/>
            <a:chOff x="4837814" y="1519518"/>
            <a:chExt cx="382772" cy="709775"/>
          </a:xfrm>
        </p:grpSpPr>
        <p:sp>
          <p:nvSpPr>
            <p:cNvPr id="25" name="Frame 24">
              <a:extLst>
                <a:ext uri="{FF2B5EF4-FFF2-40B4-BE49-F238E27FC236}">
                  <a16:creationId xmlns:a16="http://schemas.microsoft.com/office/drawing/2014/main" id="{4A9AC519-9561-DD67-B94E-55296EEAA7AE}"/>
                </a:ext>
              </a:extLst>
            </p:cNvPr>
            <p:cNvSpPr/>
            <p:nvPr/>
          </p:nvSpPr>
          <p:spPr>
            <a:xfrm>
              <a:off x="4837814" y="1519518"/>
              <a:ext cx="382772" cy="709775"/>
            </a:xfrm>
            <a:prstGeom prst="fram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26" name="Oval 25">
              <a:extLst>
                <a:ext uri="{FF2B5EF4-FFF2-40B4-BE49-F238E27FC236}">
                  <a16:creationId xmlns:a16="http://schemas.microsoft.com/office/drawing/2014/main" id="{E594B646-79B5-3C9F-4670-0DA6B97AC50D}"/>
                </a:ext>
              </a:extLst>
            </p:cNvPr>
            <p:cNvSpPr/>
            <p:nvPr/>
          </p:nvSpPr>
          <p:spPr>
            <a:xfrm>
              <a:off x="4965140" y="1659721"/>
              <a:ext cx="116958" cy="10632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27" name="Oval 26">
              <a:extLst>
                <a:ext uri="{FF2B5EF4-FFF2-40B4-BE49-F238E27FC236}">
                  <a16:creationId xmlns:a16="http://schemas.microsoft.com/office/drawing/2014/main" id="{F65EB53B-9E57-6C41-F7FE-60D39728F1D7}"/>
                </a:ext>
              </a:extLst>
            </p:cNvPr>
            <p:cNvSpPr/>
            <p:nvPr/>
          </p:nvSpPr>
          <p:spPr>
            <a:xfrm>
              <a:off x="4965140" y="1812121"/>
              <a:ext cx="116958" cy="10632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28" name="Oval 27">
              <a:extLst>
                <a:ext uri="{FF2B5EF4-FFF2-40B4-BE49-F238E27FC236}">
                  <a16:creationId xmlns:a16="http://schemas.microsoft.com/office/drawing/2014/main" id="{4A4DA0DB-F320-3734-A091-5D228F2570F9}"/>
                </a:ext>
              </a:extLst>
            </p:cNvPr>
            <p:cNvSpPr/>
            <p:nvPr/>
          </p:nvSpPr>
          <p:spPr>
            <a:xfrm>
              <a:off x="4965140" y="1970567"/>
              <a:ext cx="116958" cy="10632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p>
          </p:txBody>
        </p:sp>
      </p:grpSp>
      <p:sp>
        <p:nvSpPr>
          <p:cNvPr id="29" name="Rectangle 28">
            <a:extLst>
              <a:ext uri="{FF2B5EF4-FFF2-40B4-BE49-F238E27FC236}">
                <a16:creationId xmlns:a16="http://schemas.microsoft.com/office/drawing/2014/main" id="{C2775395-B304-4C48-799A-FD6B46DCBEA0}"/>
              </a:ext>
            </a:extLst>
          </p:cNvPr>
          <p:cNvSpPr/>
          <p:nvPr/>
        </p:nvSpPr>
        <p:spPr>
          <a:xfrm>
            <a:off x="9550595" y="1559859"/>
            <a:ext cx="1063256" cy="776177"/>
          </a:xfrm>
          <a:prstGeom prst="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i="1" dirty="0"/>
              <a:t>CS</a:t>
            </a:r>
          </a:p>
        </p:txBody>
      </p:sp>
      <p:sp>
        <p:nvSpPr>
          <p:cNvPr id="30" name="Rectangle 29">
            <a:extLst>
              <a:ext uri="{FF2B5EF4-FFF2-40B4-BE49-F238E27FC236}">
                <a16:creationId xmlns:a16="http://schemas.microsoft.com/office/drawing/2014/main" id="{E4C8C3F6-7932-9A27-6F05-950957B7FCFA}"/>
              </a:ext>
            </a:extLst>
          </p:cNvPr>
          <p:cNvSpPr/>
          <p:nvPr/>
        </p:nvSpPr>
        <p:spPr>
          <a:xfrm>
            <a:off x="9550595" y="3075661"/>
            <a:ext cx="1063256" cy="776177"/>
          </a:xfrm>
          <a:prstGeom prst="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i="1" dirty="0"/>
              <a:t>B1</a:t>
            </a:r>
          </a:p>
        </p:txBody>
      </p:sp>
      <p:sp>
        <p:nvSpPr>
          <p:cNvPr id="31" name="Rectangle 30">
            <a:extLst>
              <a:ext uri="{FF2B5EF4-FFF2-40B4-BE49-F238E27FC236}">
                <a16:creationId xmlns:a16="http://schemas.microsoft.com/office/drawing/2014/main" id="{392DB814-0473-6EC4-DBFA-0F18EB3910D7}"/>
              </a:ext>
            </a:extLst>
          </p:cNvPr>
          <p:cNvSpPr/>
          <p:nvPr/>
        </p:nvSpPr>
        <p:spPr>
          <a:xfrm>
            <a:off x="9556945" y="4655670"/>
            <a:ext cx="1063256" cy="776177"/>
          </a:xfrm>
          <a:prstGeom prst="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i="1" dirty="0"/>
              <a:t>B2</a:t>
            </a:r>
          </a:p>
        </p:txBody>
      </p:sp>
      <p:grpSp>
        <p:nvGrpSpPr>
          <p:cNvPr id="43" name="Group 42">
            <a:extLst>
              <a:ext uri="{FF2B5EF4-FFF2-40B4-BE49-F238E27FC236}">
                <a16:creationId xmlns:a16="http://schemas.microsoft.com/office/drawing/2014/main" id="{203E90F7-3F0C-A9C3-1831-F70D84E13487}"/>
              </a:ext>
            </a:extLst>
          </p:cNvPr>
          <p:cNvGrpSpPr/>
          <p:nvPr/>
        </p:nvGrpSpPr>
        <p:grpSpPr>
          <a:xfrm>
            <a:off x="7310968" y="4586170"/>
            <a:ext cx="382772" cy="916379"/>
            <a:chOff x="8036150" y="4640904"/>
            <a:chExt cx="382772" cy="916379"/>
          </a:xfrm>
        </p:grpSpPr>
        <p:sp>
          <p:nvSpPr>
            <p:cNvPr id="20" name="Frame 19">
              <a:extLst>
                <a:ext uri="{FF2B5EF4-FFF2-40B4-BE49-F238E27FC236}">
                  <a16:creationId xmlns:a16="http://schemas.microsoft.com/office/drawing/2014/main" id="{FFCA0A0D-B202-0253-B94F-8D7F78C193E2}"/>
                </a:ext>
              </a:extLst>
            </p:cNvPr>
            <p:cNvSpPr/>
            <p:nvPr/>
          </p:nvSpPr>
          <p:spPr>
            <a:xfrm>
              <a:off x="8036150" y="4640904"/>
              <a:ext cx="382772" cy="916379"/>
            </a:xfrm>
            <a:prstGeom prst="fram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21" name="Oval 20">
              <a:extLst>
                <a:ext uri="{FF2B5EF4-FFF2-40B4-BE49-F238E27FC236}">
                  <a16:creationId xmlns:a16="http://schemas.microsoft.com/office/drawing/2014/main" id="{FCF32237-26DD-7A5A-7F9A-A4D8A2998A5C}"/>
                </a:ext>
              </a:extLst>
            </p:cNvPr>
            <p:cNvSpPr/>
            <p:nvPr/>
          </p:nvSpPr>
          <p:spPr>
            <a:xfrm>
              <a:off x="8163476" y="4987711"/>
              <a:ext cx="116958" cy="10632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22" name="Oval 21">
              <a:extLst>
                <a:ext uri="{FF2B5EF4-FFF2-40B4-BE49-F238E27FC236}">
                  <a16:creationId xmlns:a16="http://schemas.microsoft.com/office/drawing/2014/main" id="{346A0DFB-9813-53DF-8547-247EFC34F8B8}"/>
                </a:ext>
              </a:extLst>
            </p:cNvPr>
            <p:cNvSpPr/>
            <p:nvPr/>
          </p:nvSpPr>
          <p:spPr>
            <a:xfrm>
              <a:off x="8163476" y="5140111"/>
              <a:ext cx="116958" cy="10632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23" name="Oval 22">
              <a:extLst>
                <a:ext uri="{FF2B5EF4-FFF2-40B4-BE49-F238E27FC236}">
                  <a16:creationId xmlns:a16="http://schemas.microsoft.com/office/drawing/2014/main" id="{DF5E1F9B-698C-B5A6-83B9-5E954889E44B}"/>
                </a:ext>
              </a:extLst>
            </p:cNvPr>
            <p:cNvSpPr/>
            <p:nvPr/>
          </p:nvSpPr>
          <p:spPr>
            <a:xfrm>
              <a:off x="8163476" y="5298557"/>
              <a:ext cx="116958" cy="10632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41" name="Oval 40">
              <a:extLst>
                <a:ext uri="{FF2B5EF4-FFF2-40B4-BE49-F238E27FC236}">
                  <a16:creationId xmlns:a16="http://schemas.microsoft.com/office/drawing/2014/main" id="{63D1492B-B918-7608-4064-365AFC42C58D}"/>
                </a:ext>
              </a:extLst>
            </p:cNvPr>
            <p:cNvSpPr/>
            <p:nvPr/>
          </p:nvSpPr>
          <p:spPr>
            <a:xfrm>
              <a:off x="8169572" y="4801783"/>
              <a:ext cx="116958" cy="10632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p>
          </p:txBody>
        </p:sp>
      </p:grpSp>
      <p:sp>
        <p:nvSpPr>
          <p:cNvPr id="42" name="Rectangle 41">
            <a:extLst>
              <a:ext uri="{FF2B5EF4-FFF2-40B4-BE49-F238E27FC236}">
                <a16:creationId xmlns:a16="http://schemas.microsoft.com/office/drawing/2014/main" id="{FF6714E9-5074-0830-3670-94F60E079DCD}"/>
              </a:ext>
            </a:extLst>
          </p:cNvPr>
          <p:cNvSpPr/>
          <p:nvPr/>
        </p:nvSpPr>
        <p:spPr>
          <a:xfrm>
            <a:off x="5679236" y="4036137"/>
            <a:ext cx="896023" cy="77617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PSXX-2</a:t>
            </a:r>
          </a:p>
        </p:txBody>
      </p:sp>
      <p:sp>
        <p:nvSpPr>
          <p:cNvPr id="2" name="TextBox 1">
            <a:extLst>
              <a:ext uri="{FF2B5EF4-FFF2-40B4-BE49-F238E27FC236}">
                <a16:creationId xmlns:a16="http://schemas.microsoft.com/office/drawing/2014/main" id="{484E05EB-54FD-C39A-2393-D441F334165C}"/>
              </a:ext>
            </a:extLst>
          </p:cNvPr>
          <p:cNvSpPr txBox="1"/>
          <p:nvPr/>
        </p:nvSpPr>
        <p:spPr>
          <a:xfrm>
            <a:off x="5301810" y="421036"/>
            <a:ext cx="1588384" cy="369332"/>
          </a:xfrm>
          <a:prstGeom prst="rect">
            <a:avLst/>
          </a:prstGeom>
          <a:noFill/>
        </p:spPr>
        <p:txBody>
          <a:bodyPr wrap="none" rtlCol="0">
            <a:spAutoFit/>
          </a:bodyPr>
          <a:lstStyle/>
          <a:p>
            <a:pPr algn="ctr"/>
            <a:r>
              <a:rPr lang="en-US" dirty="0"/>
              <a:t>Power Districts</a:t>
            </a:r>
          </a:p>
        </p:txBody>
      </p:sp>
      <p:cxnSp>
        <p:nvCxnSpPr>
          <p:cNvPr id="3" name="Elbow Connector 2">
            <a:extLst>
              <a:ext uri="{FF2B5EF4-FFF2-40B4-BE49-F238E27FC236}">
                <a16:creationId xmlns:a16="http://schemas.microsoft.com/office/drawing/2014/main" id="{238D5A12-267E-3CA3-7B3F-E16D7B55CF17}"/>
              </a:ext>
            </a:extLst>
          </p:cNvPr>
          <p:cNvCxnSpPr>
            <a:cxnSpLocks/>
            <a:stCxn id="29" idx="3"/>
            <a:endCxn id="30" idx="3"/>
          </p:cNvCxnSpPr>
          <p:nvPr/>
        </p:nvCxnSpPr>
        <p:spPr>
          <a:xfrm>
            <a:off x="10613851" y="1947948"/>
            <a:ext cx="12700" cy="1515802"/>
          </a:xfrm>
          <a:prstGeom prst="bentConnector3">
            <a:avLst>
              <a:gd name="adj1" fmla="val 1800000"/>
            </a:avLst>
          </a:prstGeom>
          <a:ln>
            <a:tailEnd type="none"/>
          </a:ln>
        </p:spPr>
        <p:style>
          <a:lnRef idx="1">
            <a:schemeClr val="accent1"/>
          </a:lnRef>
          <a:fillRef idx="0">
            <a:schemeClr val="accent1"/>
          </a:fillRef>
          <a:effectRef idx="0">
            <a:schemeClr val="accent1"/>
          </a:effectRef>
          <a:fontRef idx="minor">
            <a:schemeClr val="tx1"/>
          </a:fontRef>
        </p:style>
      </p:cxnSp>
      <p:cxnSp>
        <p:nvCxnSpPr>
          <p:cNvPr id="32" name="Elbow Connector 31">
            <a:extLst>
              <a:ext uri="{FF2B5EF4-FFF2-40B4-BE49-F238E27FC236}">
                <a16:creationId xmlns:a16="http://schemas.microsoft.com/office/drawing/2014/main" id="{E6069422-2EAD-D5B0-E065-7A53387DF92C}"/>
              </a:ext>
            </a:extLst>
          </p:cNvPr>
          <p:cNvCxnSpPr>
            <a:cxnSpLocks/>
            <a:stCxn id="30" idx="3"/>
            <a:endCxn id="31" idx="3"/>
          </p:cNvCxnSpPr>
          <p:nvPr/>
        </p:nvCxnSpPr>
        <p:spPr>
          <a:xfrm>
            <a:off x="10613851" y="3463750"/>
            <a:ext cx="6350" cy="1580009"/>
          </a:xfrm>
          <a:prstGeom prst="bentConnector3">
            <a:avLst>
              <a:gd name="adj1" fmla="val 3700000"/>
            </a:avLst>
          </a:prstGeom>
          <a:ln>
            <a:tailEnd type="none"/>
          </a:ln>
        </p:spPr>
        <p:style>
          <a:lnRef idx="1">
            <a:schemeClr val="accent1"/>
          </a:lnRef>
          <a:fillRef idx="0">
            <a:schemeClr val="accent1"/>
          </a:fillRef>
          <a:effectRef idx="0">
            <a:schemeClr val="accent1"/>
          </a:effectRef>
          <a:fontRef idx="minor">
            <a:schemeClr val="tx1"/>
          </a:fontRef>
        </p:style>
      </p:cxnSp>
      <p:grpSp>
        <p:nvGrpSpPr>
          <p:cNvPr id="99" name="Group 98">
            <a:extLst>
              <a:ext uri="{FF2B5EF4-FFF2-40B4-BE49-F238E27FC236}">
                <a16:creationId xmlns:a16="http://schemas.microsoft.com/office/drawing/2014/main" id="{E23E2095-5425-1C65-767C-D2F0B776F057}"/>
              </a:ext>
            </a:extLst>
          </p:cNvPr>
          <p:cNvGrpSpPr/>
          <p:nvPr/>
        </p:nvGrpSpPr>
        <p:grpSpPr>
          <a:xfrm>
            <a:off x="8670217" y="1588185"/>
            <a:ext cx="382772" cy="709775"/>
            <a:chOff x="4837814" y="1519518"/>
            <a:chExt cx="382772" cy="709775"/>
          </a:xfrm>
        </p:grpSpPr>
        <p:sp>
          <p:nvSpPr>
            <p:cNvPr id="100" name="Frame 99">
              <a:extLst>
                <a:ext uri="{FF2B5EF4-FFF2-40B4-BE49-F238E27FC236}">
                  <a16:creationId xmlns:a16="http://schemas.microsoft.com/office/drawing/2014/main" id="{C049EBA2-8D31-2C9E-C17B-EB90E64A7109}"/>
                </a:ext>
              </a:extLst>
            </p:cNvPr>
            <p:cNvSpPr/>
            <p:nvPr/>
          </p:nvSpPr>
          <p:spPr>
            <a:xfrm>
              <a:off x="4837814" y="1519518"/>
              <a:ext cx="382772" cy="709775"/>
            </a:xfrm>
            <a:prstGeom prst="fram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01" name="Oval 100">
              <a:extLst>
                <a:ext uri="{FF2B5EF4-FFF2-40B4-BE49-F238E27FC236}">
                  <a16:creationId xmlns:a16="http://schemas.microsoft.com/office/drawing/2014/main" id="{C57146C2-FAAD-4EAA-5A73-6B342B1D2DB1}"/>
                </a:ext>
              </a:extLst>
            </p:cNvPr>
            <p:cNvSpPr/>
            <p:nvPr/>
          </p:nvSpPr>
          <p:spPr>
            <a:xfrm>
              <a:off x="4965140" y="1659721"/>
              <a:ext cx="116958" cy="10632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102" name="Oval 101">
              <a:extLst>
                <a:ext uri="{FF2B5EF4-FFF2-40B4-BE49-F238E27FC236}">
                  <a16:creationId xmlns:a16="http://schemas.microsoft.com/office/drawing/2014/main" id="{D1334E98-F885-C509-340F-971C0747151D}"/>
                </a:ext>
              </a:extLst>
            </p:cNvPr>
            <p:cNvSpPr/>
            <p:nvPr/>
          </p:nvSpPr>
          <p:spPr>
            <a:xfrm>
              <a:off x="4965140" y="1812121"/>
              <a:ext cx="116958" cy="10632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103" name="Oval 102">
              <a:extLst>
                <a:ext uri="{FF2B5EF4-FFF2-40B4-BE49-F238E27FC236}">
                  <a16:creationId xmlns:a16="http://schemas.microsoft.com/office/drawing/2014/main" id="{A9CDCDEB-BC23-EFF4-4647-E88888B3F2F6}"/>
                </a:ext>
              </a:extLst>
            </p:cNvPr>
            <p:cNvSpPr/>
            <p:nvPr/>
          </p:nvSpPr>
          <p:spPr>
            <a:xfrm>
              <a:off x="4965140" y="1970567"/>
              <a:ext cx="116958" cy="10632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p>
          </p:txBody>
        </p:sp>
      </p:grpSp>
      <p:grpSp>
        <p:nvGrpSpPr>
          <p:cNvPr id="104" name="Group 103">
            <a:extLst>
              <a:ext uri="{FF2B5EF4-FFF2-40B4-BE49-F238E27FC236}">
                <a16:creationId xmlns:a16="http://schemas.microsoft.com/office/drawing/2014/main" id="{CA09C26F-1CE7-D954-9DB7-B99B2A98AE4F}"/>
              </a:ext>
            </a:extLst>
          </p:cNvPr>
          <p:cNvGrpSpPr/>
          <p:nvPr/>
        </p:nvGrpSpPr>
        <p:grpSpPr>
          <a:xfrm>
            <a:off x="8679537" y="3106588"/>
            <a:ext cx="382772" cy="709775"/>
            <a:chOff x="4837814" y="1519518"/>
            <a:chExt cx="382772" cy="709775"/>
          </a:xfrm>
        </p:grpSpPr>
        <p:sp>
          <p:nvSpPr>
            <p:cNvPr id="105" name="Frame 104">
              <a:extLst>
                <a:ext uri="{FF2B5EF4-FFF2-40B4-BE49-F238E27FC236}">
                  <a16:creationId xmlns:a16="http://schemas.microsoft.com/office/drawing/2014/main" id="{BDF9D843-3E41-6BC6-727D-8A81676F0A32}"/>
                </a:ext>
              </a:extLst>
            </p:cNvPr>
            <p:cNvSpPr/>
            <p:nvPr/>
          </p:nvSpPr>
          <p:spPr>
            <a:xfrm>
              <a:off x="4837814" y="1519518"/>
              <a:ext cx="382772" cy="709775"/>
            </a:xfrm>
            <a:prstGeom prst="fram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06" name="Oval 105">
              <a:extLst>
                <a:ext uri="{FF2B5EF4-FFF2-40B4-BE49-F238E27FC236}">
                  <a16:creationId xmlns:a16="http://schemas.microsoft.com/office/drawing/2014/main" id="{BF6C77D0-3147-AB45-D776-2E7AAE9A5965}"/>
                </a:ext>
              </a:extLst>
            </p:cNvPr>
            <p:cNvSpPr/>
            <p:nvPr/>
          </p:nvSpPr>
          <p:spPr>
            <a:xfrm>
              <a:off x="4965140" y="1659721"/>
              <a:ext cx="116958" cy="10632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107" name="Oval 106">
              <a:extLst>
                <a:ext uri="{FF2B5EF4-FFF2-40B4-BE49-F238E27FC236}">
                  <a16:creationId xmlns:a16="http://schemas.microsoft.com/office/drawing/2014/main" id="{18E40DEA-C973-4524-A7A5-2EAF7B71F51F}"/>
                </a:ext>
              </a:extLst>
            </p:cNvPr>
            <p:cNvSpPr/>
            <p:nvPr/>
          </p:nvSpPr>
          <p:spPr>
            <a:xfrm>
              <a:off x="4965140" y="1812121"/>
              <a:ext cx="116958" cy="10632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108" name="Oval 107">
              <a:extLst>
                <a:ext uri="{FF2B5EF4-FFF2-40B4-BE49-F238E27FC236}">
                  <a16:creationId xmlns:a16="http://schemas.microsoft.com/office/drawing/2014/main" id="{5709D86B-AA2E-0FD5-BB51-94E45E0A96F5}"/>
                </a:ext>
              </a:extLst>
            </p:cNvPr>
            <p:cNvSpPr/>
            <p:nvPr/>
          </p:nvSpPr>
          <p:spPr>
            <a:xfrm>
              <a:off x="4965140" y="1970567"/>
              <a:ext cx="116958" cy="10632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p>
          </p:txBody>
        </p:sp>
      </p:grpSp>
      <p:grpSp>
        <p:nvGrpSpPr>
          <p:cNvPr id="109" name="Group 108">
            <a:extLst>
              <a:ext uri="{FF2B5EF4-FFF2-40B4-BE49-F238E27FC236}">
                <a16:creationId xmlns:a16="http://schemas.microsoft.com/office/drawing/2014/main" id="{CAB24747-18F2-CA29-349A-4F0AAFCEA6A7}"/>
              </a:ext>
            </a:extLst>
          </p:cNvPr>
          <p:cNvGrpSpPr/>
          <p:nvPr/>
        </p:nvGrpSpPr>
        <p:grpSpPr>
          <a:xfrm>
            <a:off x="8679537" y="4586170"/>
            <a:ext cx="382772" cy="916379"/>
            <a:chOff x="8036150" y="4640904"/>
            <a:chExt cx="382772" cy="916379"/>
          </a:xfrm>
        </p:grpSpPr>
        <p:sp>
          <p:nvSpPr>
            <p:cNvPr id="110" name="Frame 109">
              <a:extLst>
                <a:ext uri="{FF2B5EF4-FFF2-40B4-BE49-F238E27FC236}">
                  <a16:creationId xmlns:a16="http://schemas.microsoft.com/office/drawing/2014/main" id="{3F2E89B5-FC50-F81F-351C-FA619B4C32D3}"/>
                </a:ext>
              </a:extLst>
            </p:cNvPr>
            <p:cNvSpPr/>
            <p:nvPr/>
          </p:nvSpPr>
          <p:spPr>
            <a:xfrm>
              <a:off x="8036150" y="4640904"/>
              <a:ext cx="382772" cy="916379"/>
            </a:xfrm>
            <a:prstGeom prst="fram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11" name="Oval 110">
              <a:extLst>
                <a:ext uri="{FF2B5EF4-FFF2-40B4-BE49-F238E27FC236}">
                  <a16:creationId xmlns:a16="http://schemas.microsoft.com/office/drawing/2014/main" id="{CB52C056-3A2F-B2F8-A954-B24715475A23}"/>
                </a:ext>
              </a:extLst>
            </p:cNvPr>
            <p:cNvSpPr/>
            <p:nvPr/>
          </p:nvSpPr>
          <p:spPr>
            <a:xfrm>
              <a:off x="8163476" y="4987711"/>
              <a:ext cx="116958" cy="10632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112" name="Oval 111">
              <a:extLst>
                <a:ext uri="{FF2B5EF4-FFF2-40B4-BE49-F238E27FC236}">
                  <a16:creationId xmlns:a16="http://schemas.microsoft.com/office/drawing/2014/main" id="{734C9B2A-E216-A6B6-55AD-39B430C2AE5F}"/>
                </a:ext>
              </a:extLst>
            </p:cNvPr>
            <p:cNvSpPr/>
            <p:nvPr/>
          </p:nvSpPr>
          <p:spPr>
            <a:xfrm>
              <a:off x="8163476" y="5140111"/>
              <a:ext cx="116958" cy="10632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113" name="Oval 112">
              <a:extLst>
                <a:ext uri="{FF2B5EF4-FFF2-40B4-BE49-F238E27FC236}">
                  <a16:creationId xmlns:a16="http://schemas.microsoft.com/office/drawing/2014/main" id="{BFCAD32C-2A9A-48B0-B520-C900C14B6495}"/>
                </a:ext>
              </a:extLst>
            </p:cNvPr>
            <p:cNvSpPr/>
            <p:nvPr/>
          </p:nvSpPr>
          <p:spPr>
            <a:xfrm>
              <a:off x="8163476" y="5298557"/>
              <a:ext cx="116958" cy="10632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114" name="Oval 113">
              <a:extLst>
                <a:ext uri="{FF2B5EF4-FFF2-40B4-BE49-F238E27FC236}">
                  <a16:creationId xmlns:a16="http://schemas.microsoft.com/office/drawing/2014/main" id="{4CF28288-F5CD-7205-CFA8-A659B4C2A249}"/>
                </a:ext>
              </a:extLst>
            </p:cNvPr>
            <p:cNvSpPr/>
            <p:nvPr/>
          </p:nvSpPr>
          <p:spPr>
            <a:xfrm>
              <a:off x="8169572" y="4801783"/>
              <a:ext cx="116958" cy="10632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p>
          </p:txBody>
        </p:sp>
      </p:grpSp>
      <p:sp>
        <p:nvSpPr>
          <p:cNvPr id="115" name="Rectangle 114">
            <a:extLst>
              <a:ext uri="{FF2B5EF4-FFF2-40B4-BE49-F238E27FC236}">
                <a16:creationId xmlns:a16="http://schemas.microsoft.com/office/drawing/2014/main" id="{5644E0BF-475A-3302-CF04-219B24860076}"/>
              </a:ext>
            </a:extLst>
          </p:cNvPr>
          <p:cNvSpPr/>
          <p:nvPr/>
        </p:nvSpPr>
        <p:spPr>
          <a:xfrm>
            <a:off x="5671699" y="2290106"/>
            <a:ext cx="896023" cy="77617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PSXX-2</a:t>
            </a:r>
          </a:p>
        </p:txBody>
      </p:sp>
      <p:cxnSp>
        <p:nvCxnSpPr>
          <p:cNvPr id="118" name="Elbow Connector 117">
            <a:extLst>
              <a:ext uri="{FF2B5EF4-FFF2-40B4-BE49-F238E27FC236}">
                <a16:creationId xmlns:a16="http://schemas.microsoft.com/office/drawing/2014/main" id="{3D9AE5F4-E6F4-DCD0-C236-DC18C73DE4F0}"/>
              </a:ext>
            </a:extLst>
          </p:cNvPr>
          <p:cNvCxnSpPr>
            <a:cxnSpLocks/>
            <a:stCxn id="16" idx="4"/>
            <a:endCxn id="11" idx="0"/>
          </p:cNvCxnSpPr>
          <p:nvPr/>
        </p:nvCxnSpPr>
        <p:spPr>
          <a:xfrm rot="5400000">
            <a:off x="5721651" y="522890"/>
            <a:ext cx="301579" cy="3230026"/>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cxnSp>
        <p:nvCxnSpPr>
          <p:cNvPr id="121" name="Elbow Connector 120">
            <a:extLst>
              <a:ext uri="{FF2B5EF4-FFF2-40B4-BE49-F238E27FC236}">
                <a16:creationId xmlns:a16="http://schemas.microsoft.com/office/drawing/2014/main" id="{1E1F57FE-E47C-40D9-C2AA-B5E6152D8608}"/>
              </a:ext>
            </a:extLst>
          </p:cNvPr>
          <p:cNvCxnSpPr>
            <a:cxnSpLocks/>
            <a:stCxn id="11" idx="0"/>
            <a:endCxn id="10" idx="3"/>
          </p:cNvCxnSpPr>
          <p:nvPr/>
        </p:nvCxnSpPr>
        <p:spPr>
          <a:xfrm rot="16200000" flipV="1">
            <a:off x="3383336" y="1414602"/>
            <a:ext cx="153298" cy="1594884"/>
          </a:xfrm>
          <a:prstGeom prst="bentConnector2">
            <a:avLst/>
          </a:prstGeom>
        </p:spPr>
        <p:style>
          <a:lnRef idx="1">
            <a:schemeClr val="accent1"/>
          </a:lnRef>
          <a:fillRef idx="0">
            <a:schemeClr val="accent1"/>
          </a:fillRef>
          <a:effectRef idx="0">
            <a:schemeClr val="accent1"/>
          </a:effectRef>
          <a:fontRef idx="minor">
            <a:schemeClr val="tx1"/>
          </a:fontRef>
        </p:style>
      </p:cxnSp>
      <p:cxnSp>
        <p:nvCxnSpPr>
          <p:cNvPr id="127" name="Straight Connector 126">
            <a:extLst>
              <a:ext uri="{FF2B5EF4-FFF2-40B4-BE49-F238E27FC236}">
                <a16:creationId xmlns:a16="http://schemas.microsoft.com/office/drawing/2014/main" id="{3CE198DB-B618-ED37-7A41-AA62A27E907C}"/>
              </a:ext>
            </a:extLst>
          </p:cNvPr>
          <p:cNvCxnSpPr>
            <a:cxnSpLocks/>
            <a:stCxn id="29" idx="1"/>
            <a:endCxn id="100" idx="3"/>
          </p:cNvCxnSpPr>
          <p:nvPr/>
        </p:nvCxnSpPr>
        <p:spPr>
          <a:xfrm flipH="1" flipV="1">
            <a:off x="9052989" y="1943073"/>
            <a:ext cx="497606" cy="4875"/>
          </a:xfrm>
          <a:prstGeom prst="line">
            <a:avLst/>
          </a:prstGeom>
        </p:spPr>
        <p:style>
          <a:lnRef idx="1">
            <a:schemeClr val="accent1"/>
          </a:lnRef>
          <a:fillRef idx="0">
            <a:schemeClr val="accent1"/>
          </a:fillRef>
          <a:effectRef idx="0">
            <a:schemeClr val="accent1"/>
          </a:effectRef>
          <a:fontRef idx="minor">
            <a:schemeClr val="tx1"/>
          </a:fontRef>
        </p:style>
      </p:cxnSp>
      <p:cxnSp>
        <p:nvCxnSpPr>
          <p:cNvPr id="129" name="Straight Connector 128">
            <a:extLst>
              <a:ext uri="{FF2B5EF4-FFF2-40B4-BE49-F238E27FC236}">
                <a16:creationId xmlns:a16="http://schemas.microsoft.com/office/drawing/2014/main" id="{A4B85863-A263-6E6C-8350-1F05D38CEF1B}"/>
              </a:ext>
            </a:extLst>
          </p:cNvPr>
          <p:cNvCxnSpPr>
            <a:cxnSpLocks/>
            <a:stCxn id="30" idx="1"/>
            <a:endCxn id="105" idx="3"/>
          </p:cNvCxnSpPr>
          <p:nvPr/>
        </p:nvCxnSpPr>
        <p:spPr>
          <a:xfrm flipH="1" flipV="1">
            <a:off x="9062309" y="3461476"/>
            <a:ext cx="488286" cy="2274"/>
          </a:xfrm>
          <a:prstGeom prst="line">
            <a:avLst/>
          </a:prstGeom>
        </p:spPr>
        <p:style>
          <a:lnRef idx="1">
            <a:schemeClr val="accent1"/>
          </a:lnRef>
          <a:fillRef idx="0">
            <a:schemeClr val="accent1"/>
          </a:fillRef>
          <a:effectRef idx="0">
            <a:schemeClr val="accent1"/>
          </a:effectRef>
          <a:fontRef idx="minor">
            <a:schemeClr val="tx1"/>
          </a:fontRef>
        </p:style>
      </p:cxnSp>
      <p:cxnSp>
        <p:nvCxnSpPr>
          <p:cNvPr id="132" name="Straight Connector 131">
            <a:extLst>
              <a:ext uri="{FF2B5EF4-FFF2-40B4-BE49-F238E27FC236}">
                <a16:creationId xmlns:a16="http://schemas.microsoft.com/office/drawing/2014/main" id="{DEF86EF5-856E-3066-13A3-25EF594DFDD2}"/>
              </a:ext>
            </a:extLst>
          </p:cNvPr>
          <p:cNvCxnSpPr>
            <a:cxnSpLocks/>
            <a:stCxn id="31" idx="1"/>
            <a:endCxn id="110" idx="3"/>
          </p:cNvCxnSpPr>
          <p:nvPr/>
        </p:nvCxnSpPr>
        <p:spPr>
          <a:xfrm flipH="1">
            <a:off x="9062309" y="5043759"/>
            <a:ext cx="494636" cy="601"/>
          </a:xfrm>
          <a:prstGeom prst="line">
            <a:avLst/>
          </a:prstGeom>
        </p:spPr>
        <p:style>
          <a:lnRef idx="1">
            <a:schemeClr val="accent1"/>
          </a:lnRef>
          <a:fillRef idx="0">
            <a:schemeClr val="accent1"/>
          </a:fillRef>
          <a:effectRef idx="0">
            <a:schemeClr val="accent1"/>
          </a:effectRef>
          <a:fontRef idx="minor">
            <a:schemeClr val="tx1"/>
          </a:fontRef>
        </p:style>
      </p:cxnSp>
      <p:cxnSp>
        <p:nvCxnSpPr>
          <p:cNvPr id="136" name="Straight Connector 135">
            <a:extLst>
              <a:ext uri="{FF2B5EF4-FFF2-40B4-BE49-F238E27FC236}">
                <a16:creationId xmlns:a16="http://schemas.microsoft.com/office/drawing/2014/main" id="{D2AF61B1-1101-D7F7-1576-B0C09364F0C6}"/>
              </a:ext>
            </a:extLst>
          </p:cNvPr>
          <p:cNvCxnSpPr/>
          <p:nvPr/>
        </p:nvCxnSpPr>
        <p:spPr>
          <a:xfrm>
            <a:off x="7821827" y="1880788"/>
            <a:ext cx="667265" cy="3310915"/>
          </a:xfrm>
          <a:prstGeom prst="line">
            <a:avLst/>
          </a:prstGeom>
        </p:spPr>
        <p:style>
          <a:lnRef idx="1">
            <a:schemeClr val="accent1"/>
          </a:lnRef>
          <a:fillRef idx="0">
            <a:schemeClr val="accent1"/>
          </a:fillRef>
          <a:effectRef idx="0">
            <a:schemeClr val="accent1"/>
          </a:effectRef>
          <a:fontRef idx="minor">
            <a:schemeClr val="tx1"/>
          </a:fontRef>
        </p:style>
      </p:cxnSp>
      <p:cxnSp>
        <p:nvCxnSpPr>
          <p:cNvPr id="138" name="Straight Connector 137">
            <a:extLst>
              <a:ext uri="{FF2B5EF4-FFF2-40B4-BE49-F238E27FC236}">
                <a16:creationId xmlns:a16="http://schemas.microsoft.com/office/drawing/2014/main" id="{385E84AA-4DC8-0039-0441-34B92B43E073}"/>
              </a:ext>
            </a:extLst>
          </p:cNvPr>
          <p:cNvCxnSpPr/>
          <p:nvPr/>
        </p:nvCxnSpPr>
        <p:spPr>
          <a:xfrm flipH="1">
            <a:off x="7945395" y="1943072"/>
            <a:ext cx="568410" cy="3353914"/>
          </a:xfrm>
          <a:prstGeom prst="line">
            <a:avLst/>
          </a:prstGeom>
        </p:spPr>
        <p:style>
          <a:lnRef idx="1">
            <a:schemeClr val="accent1"/>
          </a:lnRef>
          <a:fillRef idx="0">
            <a:schemeClr val="accent1"/>
          </a:fillRef>
          <a:effectRef idx="0">
            <a:schemeClr val="accent1"/>
          </a:effectRef>
          <a:fontRef idx="minor">
            <a:schemeClr val="tx1"/>
          </a:fontRef>
        </p:style>
      </p:cxnSp>
      <p:cxnSp>
        <p:nvCxnSpPr>
          <p:cNvPr id="140" name="Straight Connector 139">
            <a:extLst>
              <a:ext uri="{FF2B5EF4-FFF2-40B4-BE49-F238E27FC236}">
                <a16:creationId xmlns:a16="http://schemas.microsoft.com/office/drawing/2014/main" id="{BB61CB23-6AFA-A762-360B-DFB983838126}"/>
              </a:ext>
            </a:extLst>
          </p:cNvPr>
          <p:cNvCxnSpPr/>
          <p:nvPr/>
        </p:nvCxnSpPr>
        <p:spPr>
          <a:xfrm flipV="1">
            <a:off x="7821827" y="1728388"/>
            <a:ext cx="667265" cy="1777129"/>
          </a:xfrm>
          <a:prstGeom prst="line">
            <a:avLst/>
          </a:prstGeom>
        </p:spPr>
        <p:style>
          <a:lnRef idx="1">
            <a:schemeClr val="accent1"/>
          </a:lnRef>
          <a:fillRef idx="0">
            <a:schemeClr val="accent1"/>
          </a:fillRef>
          <a:effectRef idx="0">
            <a:schemeClr val="accent1"/>
          </a:effectRef>
          <a:fontRef idx="minor">
            <a:schemeClr val="tx1"/>
          </a:fontRef>
        </p:style>
      </p:cxnSp>
      <p:cxnSp>
        <p:nvCxnSpPr>
          <p:cNvPr id="142" name="Straight Connector 141">
            <a:extLst>
              <a:ext uri="{FF2B5EF4-FFF2-40B4-BE49-F238E27FC236}">
                <a16:creationId xmlns:a16="http://schemas.microsoft.com/office/drawing/2014/main" id="{343E083B-0C7E-D457-5F6B-74D2368F544A}"/>
              </a:ext>
            </a:extLst>
          </p:cNvPr>
          <p:cNvCxnSpPr/>
          <p:nvPr/>
        </p:nvCxnSpPr>
        <p:spPr>
          <a:xfrm>
            <a:off x="7821827" y="4932977"/>
            <a:ext cx="691978" cy="417172"/>
          </a:xfrm>
          <a:prstGeom prst="line">
            <a:avLst/>
          </a:prstGeom>
        </p:spPr>
        <p:style>
          <a:lnRef idx="1">
            <a:schemeClr val="accent1"/>
          </a:lnRef>
          <a:fillRef idx="0">
            <a:schemeClr val="accent1"/>
          </a:fillRef>
          <a:effectRef idx="0">
            <a:schemeClr val="accent1"/>
          </a:effectRef>
          <a:fontRef idx="minor">
            <a:schemeClr val="tx1"/>
          </a:fontRef>
        </p:style>
      </p:cxnSp>
      <p:cxnSp>
        <p:nvCxnSpPr>
          <p:cNvPr id="144" name="Straight Connector 143">
            <a:extLst>
              <a:ext uri="{FF2B5EF4-FFF2-40B4-BE49-F238E27FC236}">
                <a16:creationId xmlns:a16="http://schemas.microsoft.com/office/drawing/2014/main" id="{9899D1FD-ADA1-C53A-4FA6-60915ACF587B}"/>
              </a:ext>
            </a:extLst>
          </p:cNvPr>
          <p:cNvCxnSpPr/>
          <p:nvPr/>
        </p:nvCxnSpPr>
        <p:spPr>
          <a:xfrm flipV="1">
            <a:off x="7821827" y="3536245"/>
            <a:ext cx="691978" cy="127718"/>
          </a:xfrm>
          <a:prstGeom prst="line">
            <a:avLst/>
          </a:prstGeom>
        </p:spPr>
        <p:style>
          <a:lnRef idx="1">
            <a:schemeClr val="accent1"/>
          </a:lnRef>
          <a:fillRef idx="0">
            <a:schemeClr val="accent1"/>
          </a:fillRef>
          <a:effectRef idx="0">
            <a:schemeClr val="accent1"/>
          </a:effectRef>
          <a:fontRef idx="minor">
            <a:schemeClr val="tx1"/>
          </a:fontRef>
        </p:style>
      </p:cxnSp>
      <p:cxnSp>
        <p:nvCxnSpPr>
          <p:cNvPr id="146" name="Straight Connector 145">
            <a:extLst>
              <a:ext uri="{FF2B5EF4-FFF2-40B4-BE49-F238E27FC236}">
                <a16:creationId xmlns:a16="http://schemas.microsoft.com/office/drawing/2014/main" id="{5FAD63EE-DBE7-6458-D2E1-557C4E74928F}"/>
              </a:ext>
            </a:extLst>
          </p:cNvPr>
          <p:cNvCxnSpPr/>
          <p:nvPr/>
        </p:nvCxnSpPr>
        <p:spPr>
          <a:xfrm flipV="1">
            <a:off x="7883611" y="3663963"/>
            <a:ext cx="630194" cy="1189412"/>
          </a:xfrm>
          <a:prstGeom prst="line">
            <a:avLst/>
          </a:prstGeom>
        </p:spPr>
        <p:style>
          <a:lnRef idx="1">
            <a:schemeClr val="accent1"/>
          </a:lnRef>
          <a:fillRef idx="0">
            <a:schemeClr val="accent1"/>
          </a:fillRef>
          <a:effectRef idx="0">
            <a:schemeClr val="accent1"/>
          </a:effectRef>
          <a:fontRef idx="minor">
            <a:schemeClr val="tx1"/>
          </a:fontRef>
        </p:style>
      </p:cxnSp>
      <p:sp>
        <p:nvSpPr>
          <p:cNvPr id="147" name="TextBox 146">
            <a:extLst>
              <a:ext uri="{FF2B5EF4-FFF2-40B4-BE49-F238E27FC236}">
                <a16:creationId xmlns:a16="http://schemas.microsoft.com/office/drawing/2014/main" id="{BA6076E2-11F9-D433-1C43-643DE611C332}"/>
              </a:ext>
            </a:extLst>
          </p:cNvPr>
          <p:cNvSpPr txBox="1"/>
          <p:nvPr/>
        </p:nvSpPr>
        <p:spPr>
          <a:xfrm>
            <a:off x="6457748" y="6067213"/>
            <a:ext cx="3543727" cy="646331"/>
          </a:xfrm>
          <a:prstGeom prst="rect">
            <a:avLst/>
          </a:prstGeom>
          <a:noFill/>
        </p:spPr>
        <p:txBody>
          <a:bodyPr wrap="none" rtlCol="0">
            <a:spAutoFit/>
          </a:bodyPr>
          <a:lstStyle/>
          <a:p>
            <a:pPr algn="ctr"/>
            <a:r>
              <a:rPr lang="en-US" dirty="0"/>
              <a:t>Circuit Breaker </a:t>
            </a:r>
            <a:r>
              <a:rPr lang="en-US" dirty="0">
                <a:sym typeface="Wingdings" pitchFamily="2" charset="2"/>
              </a:rPr>
              <a:t>  Power Booster</a:t>
            </a:r>
            <a:endParaRPr lang="en-US" dirty="0"/>
          </a:p>
          <a:p>
            <a:pPr algn="ctr"/>
            <a:r>
              <a:rPr lang="en-US" dirty="0"/>
              <a:t>Matrix</a:t>
            </a:r>
          </a:p>
        </p:txBody>
      </p:sp>
    </p:spTree>
    <p:extLst>
      <p:ext uri="{BB962C8B-B14F-4D97-AF65-F5344CB8AC3E}">
        <p14:creationId xmlns:p14="http://schemas.microsoft.com/office/powerpoint/2010/main" val="18877698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864715-CCBA-1CDF-BE49-2407EA61848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7F54A7A-E680-40E7-AF5E-A30132D27AD3}"/>
              </a:ext>
            </a:extLst>
          </p:cNvPr>
          <p:cNvSpPr txBox="1"/>
          <p:nvPr/>
        </p:nvSpPr>
        <p:spPr>
          <a:xfrm>
            <a:off x="4841041" y="458225"/>
            <a:ext cx="2509918" cy="369332"/>
          </a:xfrm>
          <a:prstGeom prst="rect">
            <a:avLst/>
          </a:prstGeom>
          <a:noFill/>
        </p:spPr>
        <p:txBody>
          <a:bodyPr wrap="none" rtlCol="0">
            <a:spAutoFit/>
          </a:bodyPr>
          <a:lstStyle/>
          <a:p>
            <a:pPr algn="ctr"/>
            <a:r>
              <a:rPr lang="en-US" dirty="0"/>
              <a:t>Terminal Bus Description</a:t>
            </a:r>
          </a:p>
        </p:txBody>
      </p:sp>
      <p:sp>
        <p:nvSpPr>
          <p:cNvPr id="11" name="TextBox 10">
            <a:extLst>
              <a:ext uri="{FF2B5EF4-FFF2-40B4-BE49-F238E27FC236}">
                <a16:creationId xmlns:a16="http://schemas.microsoft.com/office/drawing/2014/main" id="{5A1B10E7-D6A5-F4EB-922A-F1134A95BF8D}"/>
              </a:ext>
            </a:extLst>
          </p:cNvPr>
          <p:cNvSpPr txBox="1"/>
          <p:nvPr/>
        </p:nvSpPr>
        <p:spPr>
          <a:xfrm>
            <a:off x="8414951" y="1928863"/>
            <a:ext cx="3608173" cy="646331"/>
          </a:xfrm>
          <a:prstGeom prst="rect">
            <a:avLst/>
          </a:prstGeom>
          <a:noFill/>
        </p:spPr>
        <p:txBody>
          <a:bodyPr wrap="square" rtlCol="0">
            <a:spAutoFit/>
          </a:bodyPr>
          <a:lstStyle/>
          <a:p>
            <a:r>
              <a:rPr lang="en-US" dirty="0"/>
              <a:t>DCC1 – Red/Black for primary bus. </a:t>
            </a:r>
          </a:p>
          <a:p>
            <a:r>
              <a:rPr lang="en-US" dirty="0"/>
              <a:t>              Green/Brown for secondary</a:t>
            </a:r>
          </a:p>
        </p:txBody>
      </p:sp>
      <p:pic>
        <p:nvPicPr>
          <p:cNvPr id="14" name="Picture 13">
            <a:extLst>
              <a:ext uri="{FF2B5EF4-FFF2-40B4-BE49-F238E27FC236}">
                <a16:creationId xmlns:a16="http://schemas.microsoft.com/office/drawing/2014/main" id="{54D3EEAB-41FD-D6C1-93B2-09DF090F51EF}"/>
              </a:ext>
            </a:extLst>
          </p:cNvPr>
          <p:cNvPicPr>
            <a:picLocks noChangeAspect="1"/>
          </p:cNvPicPr>
          <p:nvPr/>
        </p:nvPicPr>
        <p:blipFill>
          <a:blip r:embed="rId2"/>
          <a:stretch>
            <a:fillRect/>
          </a:stretch>
        </p:blipFill>
        <p:spPr>
          <a:xfrm>
            <a:off x="1044407" y="1199815"/>
            <a:ext cx="7089850" cy="4767847"/>
          </a:xfrm>
          <a:prstGeom prst="rect">
            <a:avLst/>
          </a:prstGeom>
        </p:spPr>
      </p:pic>
    </p:spTree>
    <p:extLst>
      <p:ext uri="{BB962C8B-B14F-4D97-AF65-F5344CB8AC3E}">
        <p14:creationId xmlns:p14="http://schemas.microsoft.com/office/powerpoint/2010/main" val="15365243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6020B5-9881-1FE4-E2BF-3149DC7CEB73}"/>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3D7D036D-E3CD-3F45-014D-F1B3987590F1}"/>
              </a:ext>
            </a:extLst>
          </p:cNvPr>
          <p:cNvSpPr/>
          <p:nvPr/>
        </p:nvSpPr>
        <p:spPr>
          <a:xfrm>
            <a:off x="4323836" y="1439645"/>
            <a:ext cx="1063256" cy="77617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5" name="Rectangle 4">
            <a:extLst>
              <a:ext uri="{FF2B5EF4-FFF2-40B4-BE49-F238E27FC236}">
                <a16:creationId xmlns:a16="http://schemas.microsoft.com/office/drawing/2014/main" id="{7F6C4838-C9D6-5A4F-3560-F13B9A2423F0}"/>
              </a:ext>
            </a:extLst>
          </p:cNvPr>
          <p:cNvSpPr/>
          <p:nvPr/>
        </p:nvSpPr>
        <p:spPr>
          <a:xfrm>
            <a:off x="4476236" y="1592045"/>
            <a:ext cx="1063256" cy="77617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6" name="Rectangle 5">
            <a:extLst>
              <a:ext uri="{FF2B5EF4-FFF2-40B4-BE49-F238E27FC236}">
                <a16:creationId xmlns:a16="http://schemas.microsoft.com/office/drawing/2014/main" id="{5B6D8D7C-7928-A3B8-9CD1-1ECE6E1CCC1E}"/>
              </a:ext>
            </a:extLst>
          </p:cNvPr>
          <p:cNvSpPr/>
          <p:nvPr/>
        </p:nvSpPr>
        <p:spPr>
          <a:xfrm>
            <a:off x="4628636" y="1744445"/>
            <a:ext cx="1063256" cy="77617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PSXX-2</a:t>
            </a:r>
          </a:p>
          <a:p>
            <a:pPr algn="ctr"/>
            <a:r>
              <a:rPr lang="en-US" sz="1400" dirty="0"/>
              <a:t>PSXX-1</a:t>
            </a:r>
          </a:p>
        </p:txBody>
      </p:sp>
      <p:grpSp>
        <p:nvGrpSpPr>
          <p:cNvPr id="18" name="Group 17">
            <a:extLst>
              <a:ext uri="{FF2B5EF4-FFF2-40B4-BE49-F238E27FC236}">
                <a16:creationId xmlns:a16="http://schemas.microsoft.com/office/drawing/2014/main" id="{A6CBAFDE-4799-1164-7A4B-07663D0E6BDC}"/>
              </a:ext>
            </a:extLst>
          </p:cNvPr>
          <p:cNvGrpSpPr/>
          <p:nvPr/>
        </p:nvGrpSpPr>
        <p:grpSpPr>
          <a:xfrm>
            <a:off x="6130837" y="1786503"/>
            <a:ext cx="382772" cy="709775"/>
            <a:chOff x="4837814" y="1519518"/>
            <a:chExt cx="382772" cy="709775"/>
          </a:xfrm>
        </p:grpSpPr>
        <p:sp>
          <p:nvSpPr>
            <p:cNvPr id="14" name="Frame 13">
              <a:extLst>
                <a:ext uri="{FF2B5EF4-FFF2-40B4-BE49-F238E27FC236}">
                  <a16:creationId xmlns:a16="http://schemas.microsoft.com/office/drawing/2014/main" id="{C0CD7257-1641-686B-D494-4D0A882EFD91}"/>
                </a:ext>
              </a:extLst>
            </p:cNvPr>
            <p:cNvSpPr/>
            <p:nvPr/>
          </p:nvSpPr>
          <p:spPr>
            <a:xfrm>
              <a:off x="4837814" y="1519518"/>
              <a:ext cx="382772" cy="709775"/>
            </a:xfrm>
            <a:prstGeom prst="fram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5" name="Oval 14">
              <a:extLst>
                <a:ext uri="{FF2B5EF4-FFF2-40B4-BE49-F238E27FC236}">
                  <a16:creationId xmlns:a16="http://schemas.microsoft.com/office/drawing/2014/main" id="{8250ED84-B4B7-4E40-BF16-F301FE6E292F}"/>
                </a:ext>
              </a:extLst>
            </p:cNvPr>
            <p:cNvSpPr/>
            <p:nvPr/>
          </p:nvSpPr>
          <p:spPr>
            <a:xfrm>
              <a:off x="4965140" y="1659721"/>
              <a:ext cx="116958" cy="10632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16" name="Oval 15">
              <a:extLst>
                <a:ext uri="{FF2B5EF4-FFF2-40B4-BE49-F238E27FC236}">
                  <a16:creationId xmlns:a16="http://schemas.microsoft.com/office/drawing/2014/main" id="{E39B16E5-9271-98F6-000E-E3A1444A892C}"/>
                </a:ext>
              </a:extLst>
            </p:cNvPr>
            <p:cNvSpPr/>
            <p:nvPr/>
          </p:nvSpPr>
          <p:spPr>
            <a:xfrm>
              <a:off x="4965140" y="1812121"/>
              <a:ext cx="116958" cy="10632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17" name="Oval 16">
              <a:extLst>
                <a:ext uri="{FF2B5EF4-FFF2-40B4-BE49-F238E27FC236}">
                  <a16:creationId xmlns:a16="http://schemas.microsoft.com/office/drawing/2014/main" id="{497FD129-AD27-6786-96AB-A8CA857B2A33}"/>
                </a:ext>
              </a:extLst>
            </p:cNvPr>
            <p:cNvSpPr/>
            <p:nvPr/>
          </p:nvSpPr>
          <p:spPr>
            <a:xfrm>
              <a:off x="4965140" y="1970567"/>
              <a:ext cx="116958" cy="10632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p>
          </p:txBody>
        </p:sp>
      </p:grpSp>
      <p:sp>
        <p:nvSpPr>
          <p:cNvPr id="29" name="Rectangle 28">
            <a:extLst>
              <a:ext uri="{FF2B5EF4-FFF2-40B4-BE49-F238E27FC236}">
                <a16:creationId xmlns:a16="http://schemas.microsoft.com/office/drawing/2014/main" id="{3EA427B9-7694-70B5-6109-29CD95AFD55F}"/>
              </a:ext>
            </a:extLst>
          </p:cNvPr>
          <p:cNvSpPr/>
          <p:nvPr/>
        </p:nvSpPr>
        <p:spPr>
          <a:xfrm>
            <a:off x="7138912" y="1745419"/>
            <a:ext cx="1063256" cy="776177"/>
          </a:xfrm>
          <a:prstGeom prst="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i="1" dirty="0"/>
              <a:t>CS</a:t>
            </a:r>
          </a:p>
        </p:txBody>
      </p:sp>
      <p:sp>
        <p:nvSpPr>
          <p:cNvPr id="30" name="Rectangle 29">
            <a:extLst>
              <a:ext uri="{FF2B5EF4-FFF2-40B4-BE49-F238E27FC236}">
                <a16:creationId xmlns:a16="http://schemas.microsoft.com/office/drawing/2014/main" id="{EFCAE0B4-9E69-3779-9AC2-F2E629E48F8B}"/>
              </a:ext>
            </a:extLst>
          </p:cNvPr>
          <p:cNvSpPr/>
          <p:nvPr/>
        </p:nvSpPr>
        <p:spPr>
          <a:xfrm>
            <a:off x="8439912" y="1721340"/>
            <a:ext cx="1063256" cy="776177"/>
          </a:xfrm>
          <a:prstGeom prst="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i="1" dirty="0"/>
              <a:t>B1</a:t>
            </a:r>
          </a:p>
        </p:txBody>
      </p:sp>
      <p:sp>
        <p:nvSpPr>
          <p:cNvPr id="31" name="Rectangle 30">
            <a:extLst>
              <a:ext uri="{FF2B5EF4-FFF2-40B4-BE49-F238E27FC236}">
                <a16:creationId xmlns:a16="http://schemas.microsoft.com/office/drawing/2014/main" id="{4D68AFC7-D9C8-1126-2FA8-783093D1D52D}"/>
              </a:ext>
            </a:extLst>
          </p:cNvPr>
          <p:cNvSpPr/>
          <p:nvPr/>
        </p:nvSpPr>
        <p:spPr>
          <a:xfrm>
            <a:off x="9740912" y="1736554"/>
            <a:ext cx="1063256" cy="776177"/>
          </a:xfrm>
          <a:prstGeom prst="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i="1" dirty="0"/>
              <a:t>B2</a:t>
            </a:r>
          </a:p>
        </p:txBody>
      </p:sp>
      <p:cxnSp>
        <p:nvCxnSpPr>
          <p:cNvPr id="48" name="Elbow Connector 47">
            <a:extLst>
              <a:ext uri="{FF2B5EF4-FFF2-40B4-BE49-F238E27FC236}">
                <a16:creationId xmlns:a16="http://schemas.microsoft.com/office/drawing/2014/main" id="{FA057B76-21B0-C0F3-A8A4-778B96C8E239}"/>
              </a:ext>
            </a:extLst>
          </p:cNvPr>
          <p:cNvCxnSpPr>
            <a:cxnSpLocks/>
            <a:stCxn id="29" idx="1"/>
            <a:endCxn id="14" idx="3"/>
          </p:cNvCxnSpPr>
          <p:nvPr/>
        </p:nvCxnSpPr>
        <p:spPr>
          <a:xfrm rot="10800000" flipV="1">
            <a:off x="6513610" y="2133507"/>
            <a:ext cx="625303" cy="7883"/>
          </a:xfrm>
          <a:prstGeom prst="bentConnector3">
            <a:avLst>
              <a:gd name="adj1" fmla="val 50000"/>
            </a:avLst>
          </a:prstGeom>
          <a:ln>
            <a:solidFill>
              <a:srgbClr val="FF0000"/>
            </a:solidFill>
            <a:tailEnd type="none"/>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F946D205-5C1C-6EAF-EB92-52FE387AB1A8}"/>
              </a:ext>
            </a:extLst>
          </p:cNvPr>
          <p:cNvSpPr txBox="1"/>
          <p:nvPr/>
        </p:nvSpPr>
        <p:spPr>
          <a:xfrm>
            <a:off x="5742121" y="379297"/>
            <a:ext cx="1196161" cy="646331"/>
          </a:xfrm>
          <a:prstGeom prst="rect">
            <a:avLst/>
          </a:prstGeom>
          <a:noFill/>
        </p:spPr>
        <p:txBody>
          <a:bodyPr wrap="none" rtlCol="0">
            <a:spAutoFit/>
          </a:bodyPr>
          <a:lstStyle/>
          <a:p>
            <a:r>
              <a:rPr lang="en-US" dirty="0"/>
              <a:t>Bus Wiring</a:t>
            </a:r>
          </a:p>
          <a:p>
            <a:endParaRPr lang="en-US" dirty="0"/>
          </a:p>
        </p:txBody>
      </p:sp>
      <p:cxnSp>
        <p:nvCxnSpPr>
          <p:cNvPr id="3" name="Elbow Connector 2">
            <a:extLst>
              <a:ext uri="{FF2B5EF4-FFF2-40B4-BE49-F238E27FC236}">
                <a16:creationId xmlns:a16="http://schemas.microsoft.com/office/drawing/2014/main" id="{D5FCB85D-A4ED-0D13-E6C4-B28A9F7F5C4F}"/>
              </a:ext>
            </a:extLst>
          </p:cNvPr>
          <p:cNvCxnSpPr>
            <a:cxnSpLocks/>
            <a:stCxn id="29" idx="0"/>
            <a:endCxn id="30" idx="0"/>
          </p:cNvCxnSpPr>
          <p:nvPr/>
        </p:nvCxnSpPr>
        <p:spPr>
          <a:xfrm rot="5400000" flipH="1" flipV="1">
            <a:off x="8309001" y="1082880"/>
            <a:ext cx="24079" cy="1301000"/>
          </a:xfrm>
          <a:prstGeom prst="bentConnector3">
            <a:avLst>
              <a:gd name="adj1" fmla="val 1049375"/>
            </a:avLst>
          </a:prstGeom>
          <a:ln>
            <a:tailEnd type="none"/>
          </a:ln>
        </p:spPr>
        <p:style>
          <a:lnRef idx="1">
            <a:schemeClr val="accent1"/>
          </a:lnRef>
          <a:fillRef idx="0">
            <a:schemeClr val="accent1"/>
          </a:fillRef>
          <a:effectRef idx="0">
            <a:schemeClr val="accent1"/>
          </a:effectRef>
          <a:fontRef idx="minor">
            <a:schemeClr val="tx1"/>
          </a:fontRef>
        </p:style>
      </p:cxnSp>
      <p:cxnSp>
        <p:nvCxnSpPr>
          <p:cNvPr id="32" name="Elbow Connector 31">
            <a:extLst>
              <a:ext uri="{FF2B5EF4-FFF2-40B4-BE49-F238E27FC236}">
                <a16:creationId xmlns:a16="http://schemas.microsoft.com/office/drawing/2014/main" id="{9BAD3050-EF73-B289-1A61-BFC1942688FB}"/>
              </a:ext>
            </a:extLst>
          </p:cNvPr>
          <p:cNvCxnSpPr>
            <a:cxnSpLocks/>
            <a:stCxn id="30" idx="0"/>
            <a:endCxn id="31" idx="0"/>
          </p:cNvCxnSpPr>
          <p:nvPr/>
        </p:nvCxnSpPr>
        <p:spPr>
          <a:xfrm rot="16200000" flipH="1">
            <a:off x="9614433" y="1078447"/>
            <a:ext cx="15214" cy="1301000"/>
          </a:xfrm>
          <a:prstGeom prst="bentConnector3">
            <a:avLst>
              <a:gd name="adj1" fmla="val -1502563"/>
            </a:avLst>
          </a:prstGeom>
          <a:ln>
            <a:tailEnd type="none"/>
          </a:ln>
        </p:spPr>
        <p:style>
          <a:lnRef idx="1">
            <a:schemeClr val="accent1"/>
          </a:lnRef>
          <a:fillRef idx="0">
            <a:schemeClr val="accent1"/>
          </a:fillRef>
          <a:effectRef idx="0">
            <a:schemeClr val="accent1"/>
          </a:effectRef>
          <a:fontRef idx="minor">
            <a:schemeClr val="tx1"/>
          </a:fontRef>
        </p:style>
      </p:cxnSp>
      <p:sp>
        <p:nvSpPr>
          <p:cNvPr id="110" name="Rectangle 109">
            <a:extLst>
              <a:ext uri="{FF2B5EF4-FFF2-40B4-BE49-F238E27FC236}">
                <a16:creationId xmlns:a16="http://schemas.microsoft.com/office/drawing/2014/main" id="{A2A85D92-058B-AD54-0AED-50D7A1190631}"/>
              </a:ext>
            </a:extLst>
          </p:cNvPr>
          <p:cNvSpPr/>
          <p:nvPr/>
        </p:nvSpPr>
        <p:spPr>
          <a:xfrm>
            <a:off x="1683463" y="1447947"/>
            <a:ext cx="1063256" cy="77617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DNCT2B</a:t>
            </a:r>
          </a:p>
        </p:txBody>
      </p:sp>
      <p:cxnSp>
        <p:nvCxnSpPr>
          <p:cNvPr id="111" name="Elbow Connector 110">
            <a:extLst>
              <a:ext uri="{FF2B5EF4-FFF2-40B4-BE49-F238E27FC236}">
                <a16:creationId xmlns:a16="http://schemas.microsoft.com/office/drawing/2014/main" id="{5A50AF7F-57D3-FF0D-0AC8-92EFFB2F2925}"/>
              </a:ext>
            </a:extLst>
          </p:cNvPr>
          <p:cNvCxnSpPr>
            <a:cxnSpLocks/>
            <a:endCxn id="4" idx="0"/>
          </p:cNvCxnSpPr>
          <p:nvPr/>
        </p:nvCxnSpPr>
        <p:spPr>
          <a:xfrm>
            <a:off x="256032" y="1123086"/>
            <a:ext cx="4599432" cy="316559"/>
          </a:xfrm>
          <a:prstGeom prst="bentConnector2">
            <a:avLst/>
          </a:prstGeom>
          <a:ln>
            <a:solidFill>
              <a:srgbClr val="FF0000"/>
            </a:solidFill>
            <a:tailEnd type="none"/>
          </a:ln>
        </p:spPr>
        <p:style>
          <a:lnRef idx="1">
            <a:schemeClr val="accent1"/>
          </a:lnRef>
          <a:fillRef idx="0">
            <a:schemeClr val="accent1"/>
          </a:fillRef>
          <a:effectRef idx="0">
            <a:schemeClr val="accent1"/>
          </a:effectRef>
          <a:fontRef idx="minor">
            <a:schemeClr val="tx1"/>
          </a:fontRef>
        </p:style>
      </p:cxnSp>
      <p:cxnSp>
        <p:nvCxnSpPr>
          <p:cNvPr id="114" name="Elbow Connector 113">
            <a:extLst>
              <a:ext uri="{FF2B5EF4-FFF2-40B4-BE49-F238E27FC236}">
                <a16:creationId xmlns:a16="http://schemas.microsoft.com/office/drawing/2014/main" id="{E066F190-4D5A-9AFB-FE61-B9DA83604788}"/>
              </a:ext>
            </a:extLst>
          </p:cNvPr>
          <p:cNvCxnSpPr>
            <a:cxnSpLocks/>
            <a:stCxn id="110" idx="0"/>
            <a:endCxn id="4" idx="0"/>
          </p:cNvCxnSpPr>
          <p:nvPr/>
        </p:nvCxnSpPr>
        <p:spPr>
          <a:xfrm rot="5400000" flipH="1" flipV="1">
            <a:off x="3531126" y="123610"/>
            <a:ext cx="8302" cy="2640373"/>
          </a:xfrm>
          <a:prstGeom prst="bentConnector3">
            <a:avLst>
              <a:gd name="adj1" fmla="val 3954975"/>
            </a:avLst>
          </a:prstGeom>
          <a:ln>
            <a:solidFill>
              <a:srgbClr val="FF0000"/>
            </a:solidFill>
            <a:tailEnd type="none"/>
          </a:ln>
        </p:spPr>
        <p:style>
          <a:lnRef idx="1">
            <a:schemeClr val="accent1"/>
          </a:lnRef>
          <a:fillRef idx="0">
            <a:schemeClr val="accent1"/>
          </a:fillRef>
          <a:effectRef idx="0">
            <a:schemeClr val="accent1"/>
          </a:effectRef>
          <a:fontRef idx="minor">
            <a:schemeClr val="tx1"/>
          </a:fontRef>
        </p:style>
      </p:cxnSp>
      <p:cxnSp>
        <p:nvCxnSpPr>
          <p:cNvPr id="122" name="Elbow Connector 121">
            <a:extLst>
              <a:ext uri="{FF2B5EF4-FFF2-40B4-BE49-F238E27FC236}">
                <a16:creationId xmlns:a16="http://schemas.microsoft.com/office/drawing/2014/main" id="{1399EF45-109A-D9B8-841F-359EE87F9E72}"/>
              </a:ext>
            </a:extLst>
          </p:cNvPr>
          <p:cNvCxnSpPr>
            <a:cxnSpLocks/>
            <a:stCxn id="110" idx="1"/>
            <a:endCxn id="137" idx="3"/>
          </p:cNvCxnSpPr>
          <p:nvPr/>
        </p:nvCxnSpPr>
        <p:spPr>
          <a:xfrm rot="10800000" flipV="1">
            <a:off x="1343277" y="1836036"/>
            <a:ext cx="340186" cy="1299006"/>
          </a:xfrm>
          <a:prstGeom prst="bentConnector3">
            <a:avLst>
              <a:gd name="adj1" fmla="val 50000"/>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8" name="Elbow Connector 127">
            <a:extLst>
              <a:ext uri="{FF2B5EF4-FFF2-40B4-BE49-F238E27FC236}">
                <a16:creationId xmlns:a16="http://schemas.microsoft.com/office/drawing/2014/main" id="{66ED893A-575C-7588-8AA0-1F81557FE65D}"/>
              </a:ext>
            </a:extLst>
          </p:cNvPr>
          <p:cNvCxnSpPr>
            <a:cxnSpLocks/>
            <a:stCxn id="110" idx="3"/>
            <a:endCxn id="132" idx="1"/>
          </p:cNvCxnSpPr>
          <p:nvPr/>
        </p:nvCxnSpPr>
        <p:spPr>
          <a:xfrm>
            <a:off x="2746719" y="1836036"/>
            <a:ext cx="352191" cy="1301138"/>
          </a:xfrm>
          <a:prstGeom prst="bentConnector3">
            <a:avLst>
              <a:gd name="adj1" fmla="val 50000"/>
            </a:avLst>
          </a:prstGeom>
          <a:ln>
            <a:solidFill>
              <a:srgbClr val="FF0000"/>
            </a:solidFill>
            <a:tailEnd type="none"/>
          </a:ln>
        </p:spPr>
        <p:style>
          <a:lnRef idx="1">
            <a:schemeClr val="accent1"/>
          </a:lnRef>
          <a:fillRef idx="0">
            <a:schemeClr val="accent1"/>
          </a:fillRef>
          <a:effectRef idx="0">
            <a:schemeClr val="accent1"/>
          </a:effectRef>
          <a:fontRef idx="minor">
            <a:schemeClr val="tx1"/>
          </a:fontRef>
        </p:style>
      </p:cxnSp>
      <p:grpSp>
        <p:nvGrpSpPr>
          <p:cNvPr id="134" name="Group 133">
            <a:extLst>
              <a:ext uri="{FF2B5EF4-FFF2-40B4-BE49-F238E27FC236}">
                <a16:creationId xmlns:a16="http://schemas.microsoft.com/office/drawing/2014/main" id="{7E7BD9B2-62C6-D5EB-E591-23E7A69E9255}"/>
              </a:ext>
            </a:extLst>
          </p:cNvPr>
          <p:cNvGrpSpPr/>
          <p:nvPr/>
        </p:nvGrpSpPr>
        <p:grpSpPr>
          <a:xfrm>
            <a:off x="3098910" y="1945689"/>
            <a:ext cx="481181" cy="2382969"/>
            <a:chOff x="3044046" y="2020120"/>
            <a:chExt cx="481181" cy="2382969"/>
          </a:xfrm>
        </p:grpSpPr>
        <p:grpSp>
          <p:nvGrpSpPr>
            <p:cNvPr id="68" name="Group 67">
              <a:extLst>
                <a:ext uri="{FF2B5EF4-FFF2-40B4-BE49-F238E27FC236}">
                  <a16:creationId xmlns:a16="http://schemas.microsoft.com/office/drawing/2014/main" id="{F63D2F19-6D1F-D943-FB9C-58AD3D7A36AF}"/>
                </a:ext>
              </a:extLst>
            </p:cNvPr>
            <p:cNvGrpSpPr/>
            <p:nvPr/>
          </p:nvGrpSpPr>
          <p:grpSpPr>
            <a:xfrm>
              <a:off x="3149886" y="2098356"/>
              <a:ext cx="289560" cy="2216837"/>
              <a:chOff x="1652016" y="874352"/>
              <a:chExt cx="289560" cy="2216837"/>
            </a:xfrm>
          </p:grpSpPr>
          <p:cxnSp>
            <p:nvCxnSpPr>
              <p:cNvPr id="69" name="Straight Connector 68">
                <a:extLst>
                  <a:ext uri="{FF2B5EF4-FFF2-40B4-BE49-F238E27FC236}">
                    <a16:creationId xmlns:a16="http://schemas.microsoft.com/office/drawing/2014/main" id="{46B48D8E-EDD7-6F42-3EF5-70396556DC81}"/>
                  </a:ext>
                </a:extLst>
              </p:cNvPr>
              <p:cNvCxnSpPr/>
              <p:nvPr/>
            </p:nvCxnSpPr>
            <p:spPr>
              <a:xfrm>
                <a:off x="1709928" y="874352"/>
                <a:ext cx="0" cy="2207176"/>
              </a:xfrm>
              <a:prstGeom prst="line">
                <a:avLst/>
              </a:prstGeom>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DD6A8B83-4D99-2D3F-BC76-F3B350741209}"/>
                  </a:ext>
                </a:extLst>
              </p:cNvPr>
              <p:cNvCxnSpPr/>
              <p:nvPr/>
            </p:nvCxnSpPr>
            <p:spPr>
              <a:xfrm>
                <a:off x="1880616" y="884013"/>
                <a:ext cx="0" cy="2207176"/>
              </a:xfrm>
              <a:prstGeom prst="line">
                <a:avLst/>
              </a:prstGeom>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DC74B46B-AD94-BEBB-3562-9C2B5FBD3F67}"/>
                  </a:ext>
                </a:extLst>
              </p:cNvPr>
              <p:cNvCxnSpPr>
                <a:cxnSpLocks/>
              </p:cNvCxnSpPr>
              <p:nvPr/>
            </p:nvCxnSpPr>
            <p:spPr>
              <a:xfrm>
                <a:off x="1652016" y="971888"/>
                <a:ext cx="28346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CAFF8AF4-866C-BDDA-F470-C01765BE0309}"/>
                  </a:ext>
                </a:extLst>
              </p:cNvPr>
              <p:cNvCxnSpPr>
                <a:cxnSpLocks/>
              </p:cNvCxnSpPr>
              <p:nvPr/>
            </p:nvCxnSpPr>
            <p:spPr>
              <a:xfrm>
                <a:off x="1658112" y="1087712"/>
                <a:ext cx="28346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A3165067-9ADA-1447-B894-8C8213B5D5A3}"/>
                  </a:ext>
                </a:extLst>
              </p:cNvPr>
              <p:cNvCxnSpPr>
                <a:cxnSpLocks/>
              </p:cNvCxnSpPr>
              <p:nvPr/>
            </p:nvCxnSpPr>
            <p:spPr>
              <a:xfrm>
                <a:off x="1655064" y="1215728"/>
                <a:ext cx="28346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62A484C8-1CEA-2EEC-D2E3-49111F0C9770}"/>
                  </a:ext>
                </a:extLst>
              </p:cNvPr>
              <p:cNvCxnSpPr>
                <a:cxnSpLocks/>
              </p:cNvCxnSpPr>
              <p:nvPr/>
            </p:nvCxnSpPr>
            <p:spPr>
              <a:xfrm>
                <a:off x="1652016" y="1331552"/>
                <a:ext cx="28346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CC934FC3-41EB-F2C4-90CD-C0D8F95B07DA}"/>
                  </a:ext>
                </a:extLst>
              </p:cNvPr>
              <p:cNvCxnSpPr>
                <a:cxnSpLocks/>
              </p:cNvCxnSpPr>
              <p:nvPr/>
            </p:nvCxnSpPr>
            <p:spPr>
              <a:xfrm>
                <a:off x="1652016" y="1448302"/>
                <a:ext cx="28346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DAC8137C-9E52-CC58-5529-FE7B9038DE53}"/>
                  </a:ext>
                </a:extLst>
              </p:cNvPr>
              <p:cNvCxnSpPr>
                <a:cxnSpLocks/>
              </p:cNvCxnSpPr>
              <p:nvPr/>
            </p:nvCxnSpPr>
            <p:spPr>
              <a:xfrm>
                <a:off x="1658112" y="1564126"/>
                <a:ext cx="28346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421AD20D-A61A-033A-DED6-4959FCDCC75B}"/>
                  </a:ext>
                </a:extLst>
              </p:cNvPr>
              <p:cNvCxnSpPr>
                <a:cxnSpLocks/>
              </p:cNvCxnSpPr>
              <p:nvPr/>
            </p:nvCxnSpPr>
            <p:spPr>
              <a:xfrm>
                <a:off x="1655064" y="1692142"/>
                <a:ext cx="28346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14645E33-FF1C-C7D8-67A4-B134146E99B9}"/>
                  </a:ext>
                </a:extLst>
              </p:cNvPr>
              <p:cNvCxnSpPr>
                <a:cxnSpLocks/>
              </p:cNvCxnSpPr>
              <p:nvPr/>
            </p:nvCxnSpPr>
            <p:spPr>
              <a:xfrm>
                <a:off x="1652016" y="1807966"/>
                <a:ext cx="28346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209650F4-F079-2CD6-B943-03A01807FB19}"/>
                  </a:ext>
                </a:extLst>
              </p:cNvPr>
              <p:cNvCxnSpPr>
                <a:cxnSpLocks/>
              </p:cNvCxnSpPr>
              <p:nvPr/>
            </p:nvCxnSpPr>
            <p:spPr>
              <a:xfrm>
                <a:off x="1652016" y="1938104"/>
                <a:ext cx="28346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1BB89FF8-C873-5F4D-9C90-B8E0C2CEA3D8}"/>
                  </a:ext>
                </a:extLst>
              </p:cNvPr>
              <p:cNvCxnSpPr>
                <a:cxnSpLocks/>
              </p:cNvCxnSpPr>
              <p:nvPr/>
            </p:nvCxnSpPr>
            <p:spPr>
              <a:xfrm>
                <a:off x="1658112" y="2053928"/>
                <a:ext cx="28346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C11072BA-4FB9-12E2-D829-A26EFAE43271}"/>
                  </a:ext>
                </a:extLst>
              </p:cNvPr>
              <p:cNvCxnSpPr>
                <a:cxnSpLocks/>
              </p:cNvCxnSpPr>
              <p:nvPr/>
            </p:nvCxnSpPr>
            <p:spPr>
              <a:xfrm>
                <a:off x="1655064" y="2181944"/>
                <a:ext cx="28346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EEB0ACF9-EF1F-4173-3C9F-45161BC1A950}"/>
                  </a:ext>
                </a:extLst>
              </p:cNvPr>
              <p:cNvCxnSpPr>
                <a:cxnSpLocks/>
              </p:cNvCxnSpPr>
              <p:nvPr/>
            </p:nvCxnSpPr>
            <p:spPr>
              <a:xfrm>
                <a:off x="1652016" y="2297768"/>
                <a:ext cx="28346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9D2EF176-AB4E-92B1-8AAA-804375A685BB}"/>
                  </a:ext>
                </a:extLst>
              </p:cNvPr>
              <p:cNvCxnSpPr>
                <a:cxnSpLocks/>
              </p:cNvCxnSpPr>
              <p:nvPr/>
            </p:nvCxnSpPr>
            <p:spPr>
              <a:xfrm>
                <a:off x="1652016" y="2414518"/>
                <a:ext cx="28346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4D978189-4448-74E0-B700-62B50E0143A6}"/>
                  </a:ext>
                </a:extLst>
              </p:cNvPr>
              <p:cNvCxnSpPr>
                <a:cxnSpLocks/>
              </p:cNvCxnSpPr>
              <p:nvPr/>
            </p:nvCxnSpPr>
            <p:spPr>
              <a:xfrm>
                <a:off x="1658112" y="2530342"/>
                <a:ext cx="28346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226E5468-926C-9C68-F6A8-709FC6586E83}"/>
                  </a:ext>
                </a:extLst>
              </p:cNvPr>
              <p:cNvCxnSpPr>
                <a:cxnSpLocks/>
              </p:cNvCxnSpPr>
              <p:nvPr/>
            </p:nvCxnSpPr>
            <p:spPr>
              <a:xfrm>
                <a:off x="1655064" y="2658358"/>
                <a:ext cx="28346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B87B1E5D-2C79-0C86-40C9-F3FA7F142E7E}"/>
                  </a:ext>
                </a:extLst>
              </p:cNvPr>
              <p:cNvCxnSpPr>
                <a:cxnSpLocks/>
              </p:cNvCxnSpPr>
              <p:nvPr/>
            </p:nvCxnSpPr>
            <p:spPr>
              <a:xfrm>
                <a:off x="1652016" y="2774182"/>
                <a:ext cx="28346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C659A3DA-C2D4-963D-150C-37208967FB8C}"/>
                  </a:ext>
                </a:extLst>
              </p:cNvPr>
              <p:cNvCxnSpPr>
                <a:cxnSpLocks/>
              </p:cNvCxnSpPr>
              <p:nvPr/>
            </p:nvCxnSpPr>
            <p:spPr>
              <a:xfrm>
                <a:off x="1655064" y="2893054"/>
                <a:ext cx="28346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9480F6C7-AF54-DF51-7559-A49975A4A658}"/>
                  </a:ext>
                </a:extLst>
              </p:cNvPr>
              <p:cNvCxnSpPr>
                <a:cxnSpLocks/>
              </p:cNvCxnSpPr>
              <p:nvPr/>
            </p:nvCxnSpPr>
            <p:spPr>
              <a:xfrm>
                <a:off x="1652016" y="3008878"/>
                <a:ext cx="283464" cy="0"/>
              </a:xfrm>
              <a:prstGeom prst="line">
                <a:avLst/>
              </a:prstGeom>
            </p:spPr>
            <p:style>
              <a:lnRef idx="1">
                <a:schemeClr val="accent1"/>
              </a:lnRef>
              <a:fillRef idx="0">
                <a:schemeClr val="accent1"/>
              </a:fillRef>
              <a:effectRef idx="0">
                <a:schemeClr val="accent1"/>
              </a:effectRef>
              <a:fontRef idx="minor">
                <a:schemeClr val="tx1"/>
              </a:fontRef>
            </p:style>
          </p:cxnSp>
        </p:grpSp>
        <p:sp>
          <p:nvSpPr>
            <p:cNvPr id="132" name="Frame 131">
              <a:extLst>
                <a:ext uri="{FF2B5EF4-FFF2-40B4-BE49-F238E27FC236}">
                  <a16:creationId xmlns:a16="http://schemas.microsoft.com/office/drawing/2014/main" id="{033DD1CD-80C0-71B6-ABA2-9550710FB738}"/>
                </a:ext>
              </a:extLst>
            </p:cNvPr>
            <p:cNvSpPr/>
            <p:nvPr/>
          </p:nvSpPr>
          <p:spPr>
            <a:xfrm>
              <a:off x="3044046" y="2020120"/>
              <a:ext cx="481181" cy="2382969"/>
            </a:xfrm>
            <a:prstGeom prst="fram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i="1" dirty="0">
                <a:solidFill>
                  <a:schemeClr val="tx1"/>
                </a:solidFill>
              </a:endParaRPr>
            </a:p>
          </p:txBody>
        </p:sp>
      </p:grpSp>
      <p:grpSp>
        <p:nvGrpSpPr>
          <p:cNvPr id="135" name="Group 134">
            <a:extLst>
              <a:ext uri="{FF2B5EF4-FFF2-40B4-BE49-F238E27FC236}">
                <a16:creationId xmlns:a16="http://schemas.microsoft.com/office/drawing/2014/main" id="{FF30BA47-F5C8-F0E6-EAC3-E4CF80E9BEE3}"/>
              </a:ext>
            </a:extLst>
          </p:cNvPr>
          <p:cNvGrpSpPr/>
          <p:nvPr/>
        </p:nvGrpSpPr>
        <p:grpSpPr>
          <a:xfrm>
            <a:off x="862096" y="1943557"/>
            <a:ext cx="481181" cy="2382969"/>
            <a:chOff x="3044046" y="2020120"/>
            <a:chExt cx="481181" cy="2382969"/>
          </a:xfrm>
        </p:grpSpPr>
        <p:grpSp>
          <p:nvGrpSpPr>
            <p:cNvPr id="136" name="Group 135">
              <a:extLst>
                <a:ext uri="{FF2B5EF4-FFF2-40B4-BE49-F238E27FC236}">
                  <a16:creationId xmlns:a16="http://schemas.microsoft.com/office/drawing/2014/main" id="{D0603940-DF7A-5CEA-2079-3A6D77D09F23}"/>
                </a:ext>
              </a:extLst>
            </p:cNvPr>
            <p:cNvGrpSpPr/>
            <p:nvPr/>
          </p:nvGrpSpPr>
          <p:grpSpPr>
            <a:xfrm>
              <a:off x="3149886" y="2098356"/>
              <a:ext cx="289560" cy="2216837"/>
              <a:chOff x="1652016" y="874352"/>
              <a:chExt cx="289560" cy="2216837"/>
            </a:xfrm>
          </p:grpSpPr>
          <p:cxnSp>
            <p:nvCxnSpPr>
              <p:cNvPr id="138" name="Straight Connector 137">
                <a:extLst>
                  <a:ext uri="{FF2B5EF4-FFF2-40B4-BE49-F238E27FC236}">
                    <a16:creationId xmlns:a16="http://schemas.microsoft.com/office/drawing/2014/main" id="{E7083E9D-54DC-0C6C-22B7-9DD0F914D7C6}"/>
                  </a:ext>
                </a:extLst>
              </p:cNvPr>
              <p:cNvCxnSpPr/>
              <p:nvPr/>
            </p:nvCxnSpPr>
            <p:spPr>
              <a:xfrm>
                <a:off x="1709928" y="874352"/>
                <a:ext cx="0" cy="2207176"/>
              </a:xfrm>
              <a:prstGeom prst="line">
                <a:avLst/>
              </a:prstGeom>
            </p:spPr>
            <p:style>
              <a:lnRef idx="1">
                <a:schemeClr val="accent1"/>
              </a:lnRef>
              <a:fillRef idx="0">
                <a:schemeClr val="accent1"/>
              </a:fillRef>
              <a:effectRef idx="0">
                <a:schemeClr val="accent1"/>
              </a:effectRef>
              <a:fontRef idx="minor">
                <a:schemeClr val="tx1"/>
              </a:fontRef>
            </p:style>
          </p:cxnSp>
          <p:cxnSp>
            <p:nvCxnSpPr>
              <p:cNvPr id="139" name="Straight Connector 138">
                <a:extLst>
                  <a:ext uri="{FF2B5EF4-FFF2-40B4-BE49-F238E27FC236}">
                    <a16:creationId xmlns:a16="http://schemas.microsoft.com/office/drawing/2014/main" id="{4D58C055-FB67-B5FE-85CA-FDD7C61AEBCC}"/>
                  </a:ext>
                </a:extLst>
              </p:cNvPr>
              <p:cNvCxnSpPr/>
              <p:nvPr/>
            </p:nvCxnSpPr>
            <p:spPr>
              <a:xfrm>
                <a:off x="1880616" y="884013"/>
                <a:ext cx="0" cy="2207176"/>
              </a:xfrm>
              <a:prstGeom prst="line">
                <a:avLst/>
              </a:prstGeom>
            </p:spPr>
            <p:style>
              <a:lnRef idx="1">
                <a:schemeClr val="accent1"/>
              </a:lnRef>
              <a:fillRef idx="0">
                <a:schemeClr val="accent1"/>
              </a:fillRef>
              <a:effectRef idx="0">
                <a:schemeClr val="accent1"/>
              </a:effectRef>
              <a:fontRef idx="minor">
                <a:schemeClr val="tx1"/>
              </a:fontRef>
            </p:style>
          </p:cxnSp>
          <p:cxnSp>
            <p:nvCxnSpPr>
              <p:cNvPr id="140" name="Straight Connector 139">
                <a:extLst>
                  <a:ext uri="{FF2B5EF4-FFF2-40B4-BE49-F238E27FC236}">
                    <a16:creationId xmlns:a16="http://schemas.microsoft.com/office/drawing/2014/main" id="{902812BF-9831-1111-8D40-F952D2B07039}"/>
                  </a:ext>
                </a:extLst>
              </p:cNvPr>
              <p:cNvCxnSpPr>
                <a:cxnSpLocks/>
              </p:cNvCxnSpPr>
              <p:nvPr/>
            </p:nvCxnSpPr>
            <p:spPr>
              <a:xfrm>
                <a:off x="1652016" y="971888"/>
                <a:ext cx="28346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41" name="Straight Connector 140">
                <a:extLst>
                  <a:ext uri="{FF2B5EF4-FFF2-40B4-BE49-F238E27FC236}">
                    <a16:creationId xmlns:a16="http://schemas.microsoft.com/office/drawing/2014/main" id="{5269FB0C-EA50-D4D7-FD81-A12A63A91F0B}"/>
                  </a:ext>
                </a:extLst>
              </p:cNvPr>
              <p:cNvCxnSpPr>
                <a:cxnSpLocks/>
              </p:cNvCxnSpPr>
              <p:nvPr/>
            </p:nvCxnSpPr>
            <p:spPr>
              <a:xfrm>
                <a:off x="1658112" y="1087712"/>
                <a:ext cx="28346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42" name="Straight Connector 141">
                <a:extLst>
                  <a:ext uri="{FF2B5EF4-FFF2-40B4-BE49-F238E27FC236}">
                    <a16:creationId xmlns:a16="http://schemas.microsoft.com/office/drawing/2014/main" id="{0F67B20B-740A-16F2-4117-5128049C37EC}"/>
                  </a:ext>
                </a:extLst>
              </p:cNvPr>
              <p:cNvCxnSpPr>
                <a:cxnSpLocks/>
              </p:cNvCxnSpPr>
              <p:nvPr/>
            </p:nvCxnSpPr>
            <p:spPr>
              <a:xfrm>
                <a:off x="1655064" y="1215728"/>
                <a:ext cx="28346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43" name="Straight Connector 142">
                <a:extLst>
                  <a:ext uri="{FF2B5EF4-FFF2-40B4-BE49-F238E27FC236}">
                    <a16:creationId xmlns:a16="http://schemas.microsoft.com/office/drawing/2014/main" id="{82C90F61-4B2C-CD5A-A0E1-74D8C17F1D1F}"/>
                  </a:ext>
                </a:extLst>
              </p:cNvPr>
              <p:cNvCxnSpPr>
                <a:cxnSpLocks/>
              </p:cNvCxnSpPr>
              <p:nvPr/>
            </p:nvCxnSpPr>
            <p:spPr>
              <a:xfrm>
                <a:off x="1652016" y="1331552"/>
                <a:ext cx="28346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44" name="Straight Connector 143">
                <a:extLst>
                  <a:ext uri="{FF2B5EF4-FFF2-40B4-BE49-F238E27FC236}">
                    <a16:creationId xmlns:a16="http://schemas.microsoft.com/office/drawing/2014/main" id="{ED45D98D-A902-7294-A833-8266EBB06E58}"/>
                  </a:ext>
                </a:extLst>
              </p:cNvPr>
              <p:cNvCxnSpPr>
                <a:cxnSpLocks/>
              </p:cNvCxnSpPr>
              <p:nvPr/>
            </p:nvCxnSpPr>
            <p:spPr>
              <a:xfrm>
                <a:off x="1652016" y="1448302"/>
                <a:ext cx="28346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45" name="Straight Connector 144">
                <a:extLst>
                  <a:ext uri="{FF2B5EF4-FFF2-40B4-BE49-F238E27FC236}">
                    <a16:creationId xmlns:a16="http://schemas.microsoft.com/office/drawing/2014/main" id="{055DADC0-5D30-330A-809B-814CDABAF1BE}"/>
                  </a:ext>
                </a:extLst>
              </p:cNvPr>
              <p:cNvCxnSpPr>
                <a:cxnSpLocks/>
              </p:cNvCxnSpPr>
              <p:nvPr/>
            </p:nvCxnSpPr>
            <p:spPr>
              <a:xfrm>
                <a:off x="1658112" y="1564126"/>
                <a:ext cx="28346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46" name="Straight Connector 145">
                <a:extLst>
                  <a:ext uri="{FF2B5EF4-FFF2-40B4-BE49-F238E27FC236}">
                    <a16:creationId xmlns:a16="http://schemas.microsoft.com/office/drawing/2014/main" id="{9FCD9F85-DB29-2F2B-92EB-D194D6AEDC13}"/>
                  </a:ext>
                </a:extLst>
              </p:cNvPr>
              <p:cNvCxnSpPr>
                <a:cxnSpLocks/>
              </p:cNvCxnSpPr>
              <p:nvPr/>
            </p:nvCxnSpPr>
            <p:spPr>
              <a:xfrm>
                <a:off x="1655064" y="1692142"/>
                <a:ext cx="28346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47" name="Straight Connector 146">
                <a:extLst>
                  <a:ext uri="{FF2B5EF4-FFF2-40B4-BE49-F238E27FC236}">
                    <a16:creationId xmlns:a16="http://schemas.microsoft.com/office/drawing/2014/main" id="{95AC4E0B-A411-9255-CEB7-9DFE16696A1D}"/>
                  </a:ext>
                </a:extLst>
              </p:cNvPr>
              <p:cNvCxnSpPr>
                <a:cxnSpLocks/>
              </p:cNvCxnSpPr>
              <p:nvPr/>
            </p:nvCxnSpPr>
            <p:spPr>
              <a:xfrm>
                <a:off x="1652016" y="1807966"/>
                <a:ext cx="28346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48" name="Straight Connector 147">
                <a:extLst>
                  <a:ext uri="{FF2B5EF4-FFF2-40B4-BE49-F238E27FC236}">
                    <a16:creationId xmlns:a16="http://schemas.microsoft.com/office/drawing/2014/main" id="{6233EC78-25B1-3204-5734-409BBDAD5CA9}"/>
                  </a:ext>
                </a:extLst>
              </p:cNvPr>
              <p:cNvCxnSpPr>
                <a:cxnSpLocks/>
              </p:cNvCxnSpPr>
              <p:nvPr/>
            </p:nvCxnSpPr>
            <p:spPr>
              <a:xfrm>
                <a:off x="1652016" y="1938104"/>
                <a:ext cx="28346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49" name="Straight Connector 148">
                <a:extLst>
                  <a:ext uri="{FF2B5EF4-FFF2-40B4-BE49-F238E27FC236}">
                    <a16:creationId xmlns:a16="http://schemas.microsoft.com/office/drawing/2014/main" id="{B0FEBE74-654B-510B-C776-08FAE95DB67D}"/>
                  </a:ext>
                </a:extLst>
              </p:cNvPr>
              <p:cNvCxnSpPr>
                <a:cxnSpLocks/>
              </p:cNvCxnSpPr>
              <p:nvPr/>
            </p:nvCxnSpPr>
            <p:spPr>
              <a:xfrm>
                <a:off x="1658112" y="2053928"/>
                <a:ext cx="28346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50" name="Straight Connector 149">
                <a:extLst>
                  <a:ext uri="{FF2B5EF4-FFF2-40B4-BE49-F238E27FC236}">
                    <a16:creationId xmlns:a16="http://schemas.microsoft.com/office/drawing/2014/main" id="{8CEFBC11-6D77-D929-397A-10BAF934D708}"/>
                  </a:ext>
                </a:extLst>
              </p:cNvPr>
              <p:cNvCxnSpPr>
                <a:cxnSpLocks/>
              </p:cNvCxnSpPr>
              <p:nvPr/>
            </p:nvCxnSpPr>
            <p:spPr>
              <a:xfrm>
                <a:off x="1655064" y="2181944"/>
                <a:ext cx="28346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51" name="Straight Connector 150">
                <a:extLst>
                  <a:ext uri="{FF2B5EF4-FFF2-40B4-BE49-F238E27FC236}">
                    <a16:creationId xmlns:a16="http://schemas.microsoft.com/office/drawing/2014/main" id="{E42AF922-4CC7-3A48-B0B2-DDE1B2D37409}"/>
                  </a:ext>
                </a:extLst>
              </p:cNvPr>
              <p:cNvCxnSpPr>
                <a:cxnSpLocks/>
              </p:cNvCxnSpPr>
              <p:nvPr/>
            </p:nvCxnSpPr>
            <p:spPr>
              <a:xfrm>
                <a:off x="1652016" y="2297768"/>
                <a:ext cx="28346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52" name="Straight Connector 151">
                <a:extLst>
                  <a:ext uri="{FF2B5EF4-FFF2-40B4-BE49-F238E27FC236}">
                    <a16:creationId xmlns:a16="http://schemas.microsoft.com/office/drawing/2014/main" id="{812C6ECD-823F-19F0-6975-9E1F3818178C}"/>
                  </a:ext>
                </a:extLst>
              </p:cNvPr>
              <p:cNvCxnSpPr>
                <a:cxnSpLocks/>
              </p:cNvCxnSpPr>
              <p:nvPr/>
            </p:nvCxnSpPr>
            <p:spPr>
              <a:xfrm>
                <a:off x="1652016" y="2414518"/>
                <a:ext cx="28346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53" name="Straight Connector 152">
                <a:extLst>
                  <a:ext uri="{FF2B5EF4-FFF2-40B4-BE49-F238E27FC236}">
                    <a16:creationId xmlns:a16="http://schemas.microsoft.com/office/drawing/2014/main" id="{C0847C09-5CA4-A6B9-8722-F0400FA44982}"/>
                  </a:ext>
                </a:extLst>
              </p:cNvPr>
              <p:cNvCxnSpPr>
                <a:cxnSpLocks/>
              </p:cNvCxnSpPr>
              <p:nvPr/>
            </p:nvCxnSpPr>
            <p:spPr>
              <a:xfrm>
                <a:off x="1658112" y="2530342"/>
                <a:ext cx="28346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54" name="Straight Connector 153">
                <a:extLst>
                  <a:ext uri="{FF2B5EF4-FFF2-40B4-BE49-F238E27FC236}">
                    <a16:creationId xmlns:a16="http://schemas.microsoft.com/office/drawing/2014/main" id="{4132D2D2-7314-15ED-BE2C-E92D06B5D203}"/>
                  </a:ext>
                </a:extLst>
              </p:cNvPr>
              <p:cNvCxnSpPr>
                <a:cxnSpLocks/>
              </p:cNvCxnSpPr>
              <p:nvPr/>
            </p:nvCxnSpPr>
            <p:spPr>
              <a:xfrm>
                <a:off x="1655064" y="2658358"/>
                <a:ext cx="28346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55" name="Straight Connector 154">
                <a:extLst>
                  <a:ext uri="{FF2B5EF4-FFF2-40B4-BE49-F238E27FC236}">
                    <a16:creationId xmlns:a16="http://schemas.microsoft.com/office/drawing/2014/main" id="{38DF5940-7C5E-7CDE-C6E2-5049AFB421CC}"/>
                  </a:ext>
                </a:extLst>
              </p:cNvPr>
              <p:cNvCxnSpPr>
                <a:cxnSpLocks/>
              </p:cNvCxnSpPr>
              <p:nvPr/>
            </p:nvCxnSpPr>
            <p:spPr>
              <a:xfrm>
                <a:off x="1652016" y="2774182"/>
                <a:ext cx="28346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56" name="Straight Connector 155">
                <a:extLst>
                  <a:ext uri="{FF2B5EF4-FFF2-40B4-BE49-F238E27FC236}">
                    <a16:creationId xmlns:a16="http://schemas.microsoft.com/office/drawing/2014/main" id="{4C9D5A07-E0E5-BC6B-10C3-D65DB8C36F10}"/>
                  </a:ext>
                </a:extLst>
              </p:cNvPr>
              <p:cNvCxnSpPr>
                <a:cxnSpLocks/>
              </p:cNvCxnSpPr>
              <p:nvPr/>
            </p:nvCxnSpPr>
            <p:spPr>
              <a:xfrm>
                <a:off x="1655064" y="2893054"/>
                <a:ext cx="28346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57" name="Straight Connector 156">
                <a:extLst>
                  <a:ext uri="{FF2B5EF4-FFF2-40B4-BE49-F238E27FC236}">
                    <a16:creationId xmlns:a16="http://schemas.microsoft.com/office/drawing/2014/main" id="{E7AAE85E-4594-9F04-21A8-F1960AD07CB1}"/>
                  </a:ext>
                </a:extLst>
              </p:cNvPr>
              <p:cNvCxnSpPr>
                <a:cxnSpLocks/>
              </p:cNvCxnSpPr>
              <p:nvPr/>
            </p:nvCxnSpPr>
            <p:spPr>
              <a:xfrm>
                <a:off x="1652016" y="3008878"/>
                <a:ext cx="283464" cy="0"/>
              </a:xfrm>
              <a:prstGeom prst="line">
                <a:avLst/>
              </a:prstGeom>
            </p:spPr>
            <p:style>
              <a:lnRef idx="1">
                <a:schemeClr val="accent1"/>
              </a:lnRef>
              <a:fillRef idx="0">
                <a:schemeClr val="accent1"/>
              </a:fillRef>
              <a:effectRef idx="0">
                <a:schemeClr val="accent1"/>
              </a:effectRef>
              <a:fontRef idx="minor">
                <a:schemeClr val="tx1"/>
              </a:fontRef>
            </p:style>
          </p:cxnSp>
        </p:grpSp>
        <p:sp>
          <p:nvSpPr>
            <p:cNvPr id="137" name="Frame 136">
              <a:extLst>
                <a:ext uri="{FF2B5EF4-FFF2-40B4-BE49-F238E27FC236}">
                  <a16:creationId xmlns:a16="http://schemas.microsoft.com/office/drawing/2014/main" id="{9EDB39A4-776D-22A1-0388-9E670E7E521D}"/>
                </a:ext>
              </a:extLst>
            </p:cNvPr>
            <p:cNvSpPr/>
            <p:nvPr/>
          </p:nvSpPr>
          <p:spPr>
            <a:xfrm>
              <a:off x="3044046" y="2020120"/>
              <a:ext cx="481181" cy="2382969"/>
            </a:xfrm>
            <a:prstGeom prst="fram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i="1" dirty="0">
                <a:solidFill>
                  <a:schemeClr val="tx1"/>
                </a:solidFill>
              </a:endParaRPr>
            </a:p>
          </p:txBody>
        </p:sp>
      </p:grpSp>
      <p:sp>
        <p:nvSpPr>
          <p:cNvPr id="161" name="Rectangle 160">
            <a:extLst>
              <a:ext uri="{FF2B5EF4-FFF2-40B4-BE49-F238E27FC236}">
                <a16:creationId xmlns:a16="http://schemas.microsoft.com/office/drawing/2014/main" id="{DECE8E2E-03A3-DB13-1EB3-BE0A6C6BE258}"/>
              </a:ext>
            </a:extLst>
          </p:cNvPr>
          <p:cNvSpPr/>
          <p:nvPr/>
        </p:nvSpPr>
        <p:spPr>
          <a:xfrm>
            <a:off x="1693275" y="3525262"/>
            <a:ext cx="1055636" cy="75954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DNCTA</a:t>
            </a:r>
          </a:p>
        </p:txBody>
      </p:sp>
      <p:sp>
        <p:nvSpPr>
          <p:cNvPr id="165" name="Rectangle 164">
            <a:extLst>
              <a:ext uri="{FF2B5EF4-FFF2-40B4-BE49-F238E27FC236}">
                <a16:creationId xmlns:a16="http://schemas.microsoft.com/office/drawing/2014/main" id="{42BAD5DC-5A59-D439-7818-ED6FC32ED792}"/>
              </a:ext>
            </a:extLst>
          </p:cNvPr>
          <p:cNvSpPr/>
          <p:nvPr/>
        </p:nvSpPr>
        <p:spPr>
          <a:xfrm>
            <a:off x="436308" y="4598293"/>
            <a:ext cx="1063256" cy="77617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DNCT2B</a:t>
            </a:r>
          </a:p>
        </p:txBody>
      </p:sp>
      <p:sp>
        <p:nvSpPr>
          <p:cNvPr id="167" name="Rectangle 166">
            <a:extLst>
              <a:ext uri="{FF2B5EF4-FFF2-40B4-BE49-F238E27FC236}">
                <a16:creationId xmlns:a16="http://schemas.microsoft.com/office/drawing/2014/main" id="{5B9AF60D-8AC8-3C2D-1F96-007C50813C27}"/>
              </a:ext>
            </a:extLst>
          </p:cNvPr>
          <p:cNvSpPr/>
          <p:nvPr/>
        </p:nvSpPr>
        <p:spPr>
          <a:xfrm>
            <a:off x="588708" y="4750693"/>
            <a:ext cx="1063256" cy="77617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DNCT2B</a:t>
            </a:r>
          </a:p>
        </p:txBody>
      </p:sp>
      <p:sp>
        <p:nvSpPr>
          <p:cNvPr id="168" name="Rectangle 167">
            <a:extLst>
              <a:ext uri="{FF2B5EF4-FFF2-40B4-BE49-F238E27FC236}">
                <a16:creationId xmlns:a16="http://schemas.microsoft.com/office/drawing/2014/main" id="{08FC7EEF-8E6D-3D54-6215-F140557A1512}"/>
              </a:ext>
            </a:extLst>
          </p:cNvPr>
          <p:cNvSpPr/>
          <p:nvPr/>
        </p:nvSpPr>
        <p:spPr>
          <a:xfrm>
            <a:off x="741108" y="4903093"/>
            <a:ext cx="1063256" cy="77617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DNCT2B</a:t>
            </a:r>
          </a:p>
        </p:txBody>
      </p:sp>
      <p:cxnSp>
        <p:nvCxnSpPr>
          <p:cNvPr id="169" name="Elbow Connector 168">
            <a:extLst>
              <a:ext uri="{FF2B5EF4-FFF2-40B4-BE49-F238E27FC236}">
                <a16:creationId xmlns:a16="http://schemas.microsoft.com/office/drawing/2014/main" id="{D21972DF-D811-3154-C379-C2BAF92F6BFA}"/>
              </a:ext>
            </a:extLst>
          </p:cNvPr>
          <p:cNvCxnSpPr>
            <a:cxnSpLocks/>
            <a:stCxn id="165" idx="0"/>
            <a:endCxn id="161" idx="2"/>
          </p:cNvCxnSpPr>
          <p:nvPr/>
        </p:nvCxnSpPr>
        <p:spPr>
          <a:xfrm rot="5400000" flipH="1" flipV="1">
            <a:off x="1437771" y="3814972"/>
            <a:ext cx="313487" cy="1253157"/>
          </a:xfrm>
          <a:prstGeom prst="bentConnector3">
            <a:avLst>
              <a:gd name="adj1" fmla="val 50000"/>
            </a:avLst>
          </a:prstGeom>
          <a:ln w="25400">
            <a:tailEnd type="none"/>
          </a:ln>
        </p:spPr>
        <p:style>
          <a:lnRef idx="1">
            <a:schemeClr val="accent1"/>
          </a:lnRef>
          <a:fillRef idx="0">
            <a:schemeClr val="accent1"/>
          </a:fillRef>
          <a:effectRef idx="0">
            <a:schemeClr val="accent1"/>
          </a:effectRef>
          <a:fontRef idx="minor">
            <a:schemeClr val="tx1"/>
          </a:fontRef>
        </p:style>
      </p:cxnSp>
      <p:cxnSp>
        <p:nvCxnSpPr>
          <p:cNvPr id="177" name="Elbow Connector 176">
            <a:extLst>
              <a:ext uri="{FF2B5EF4-FFF2-40B4-BE49-F238E27FC236}">
                <a16:creationId xmlns:a16="http://schemas.microsoft.com/office/drawing/2014/main" id="{4BE8B462-F47C-2FEE-5DD4-A94FC5989FD0}"/>
              </a:ext>
            </a:extLst>
          </p:cNvPr>
          <p:cNvCxnSpPr>
            <a:cxnSpLocks/>
            <a:stCxn id="161" idx="0"/>
            <a:endCxn id="110" idx="2"/>
          </p:cNvCxnSpPr>
          <p:nvPr/>
        </p:nvCxnSpPr>
        <p:spPr>
          <a:xfrm rot="16200000" flipV="1">
            <a:off x="1567523" y="2871692"/>
            <a:ext cx="1301138" cy="6002"/>
          </a:xfrm>
          <a:prstGeom prst="bentConnector3">
            <a:avLst>
              <a:gd name="adj1" fmla="val 50000"/>
            </a:avLst>
          </a:prstGeom>
          <a:ln w="25400">
            <a:tailEnd type="none"/>
          </a:ln>
        </p:spPr>
        <p:style>
          <a:lnRef idx="1">
            <a:schemeClr val="accent1"/>
          </a:lnRef>
          <a:fillRef idx="0">
            <a:schemeClr val="accent1"/>
          </a:fillRef>
          <a:effectRef idx="0">
            <a:schemeClr val="accent1"/>
          </a:effectRef>
          <a:fontRef idx="minor">
            <a:schemeClr val="tx1"/>
          </a:fontRef>
        </p:style>
      </p:cxnSp>
      <p:sp>
        <p:nvSpPr>
          <p:cNvPr id="181" name="Rectangle 180">
            <a:extLst>
              <a:ext uri="{FF2B5EF4-FFF2-40B4-BE49-F238E27FC236}">
                <a16:creationId xmlns:a16="http://schemas.microsoft.com/office/drawing/2014/main" id="{A564AFA3-E4C0-6E19-6ECE-4C0842AC5B76}"/>
              </a:ext>
            </a:extLst>
          </p:cNvPr>
          <p:cNvSpPr/>
          <p:nvPr/>
        </p:nvSpPr>
        <p:spPr>
          <a:xfrm>
            <a:off x="2555748" y="4873102"/>
            <a:ext cx="1063256" cy="77617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LCN</a:t>
            </a:r>
          </a:p>
        </p:txBody>
      </p:sp>
      <p:cxnSp>
        <p:nvCxnSpPr>
          <p:cNvPr id="182" name="Elbow Connector 181">
            <a:extLst>
              <a:ext uri="{FF2B5EF4-FFF2-40B4-BE49-F238E27FC236}">
                <a16:creationId xmlns:a16="http://schemas.microsoft.com/office/drawing/2014/main" id="{CF525126-B69E-8A6D-C589-34BD1C8C98C6}"/>
              </a:ext>
            </a:extLst>
          </p:cNvPr>
          <p:cNvCxnSpPr>
            <a:cxnSpLocks/>
            <a:stCxn id="181" idx="0"/>
            <a:endCxn id="161" idx="3"/>
          </p:cNvCxnSpPr>
          <p:nvPr/>
        </p:nvCxnSpPr>
        <p:spPr>
          <a:xfrm rot="16200000" flipV="1">
            <a:off x="2434110" y="4219835"/>
            <a:ext cx="968068" cy="338465"/>
          </a:xfrm>
          <a:prstGeom prst="bentConnector2">
            <a:avLst/>
          </a:prstGeom>
          <a:ln w="25400">
            <a:tailEnd type="none"/>
          </a:ln>
        </p:spPr>
        <p:style>
          <a:lnRef idx="1">
            <a:schemeClr val="accent1"/>
          </a:lnRef>
          <a:fillRef idx="0">
            <a:schemeClr val="accent1"/>
          </a:fillRef>
          <a:effectRef idx="0">
            <a:schemeClr val="accent1"/>
          </a:effectRef>
          <a:fontRef idx="minor">
            <a:schemeClr val="tx1"/>
          </a:fontRef>
        </p:style>
      </p:cxnSp>
      <p:cxnSp>
        <p:nvCxnSpPr>
          <p:cNvPr id="188" name="Elbow Connector 187">
            <a:extLst>
              <a:ext uri="{FF2B5EF4-FFF2-40B4-BE49-F238E27FC236}">
                <a16:creationId xmlns:a16="http://schemas.microsoft.com/office/drawing/2014/main" id="{BD60A224-EFC8-4DF2-78DE-86221EE1E8B4}"/>
              </a:ext>
            </a:extLst>
          </p:cNvPr>
          <p:cNvCxnSpPr>
            <a:cxnSpLocks/>
            <a:stCxn id="209" idx="1"/>
            <a:endCxn id="181" idx="3"/>
          </p:cNvCxnSpPr>
          <p:nvPr/>
        </p:nvCxnSpPr>
        <p:spPr>
          <a:xfrm rot="10800000" flipV="1">
            <a:off x="3619005" y="4614953"/>
            <a:ext cx="3236435" cy="646237"/>
          </a:xfrm>
          <a:prstGeom prst="bentConnector3">
            <a:avLst>
              <a:gd name="adj1" fmla="val 50000"/>
            </a:avLst>
          </a:prstGeom>
          <a:ln>
            <a:solidFill>
              <a:srgbClr val="FF0000"/>
            </a:solidFill>
            <a:tailEnd type="none"/>
          </a:ln>
        </p:spPr>
        <p:style>
          <a:lnRef idx="1">
            <a:schemeClr val="accent1"/>
          </a:lnRef>
          <a:fillRef idx="0">
            <a:schemeClr val="accent1"/>
          </a:fillRef>
          <a:effectRef idx="0">
            <a:schemeClr val="accent1"/>
          </a:effectRef>
          <a:fontRef idx="minor">
            <a:schemeClr val="tx1"/>
          </a:fontRef>
        </p:style>
      </p:cxnSp>
      <p:sp>
        <p:nvSpPr>
          <p:cNvPr id="206" name="TextBox 205">
            <a:extLst>
              <a:ext uri="{FF2B5EF4-FFF2-40B4-BE49-F238E27FC236}">
                <a16:creationId xmlns:a16="http://schemas.microsoft.com/office/drawing/2014/main" id="{2A06164D-1617-DAB4-24EF-1F09DF63264A}"/>
              </a:ext>
            </a:extLst>
          </p:cNvPr>
          <p:cNvSpPr txBox="1"/>
          <p:nvPr/>
        </p:nvSpPr>
        <p:spPr>
          <a:xfrm>
            <a:off x="2806978" y="710535"/>
            <a:ext cx="1133644" cy="369332"/>
          </a:xfrm>
          <a:prstGeom prst="rect">
            <a:avLst/>
          </a:prstGeom>
          <a:noFill/>
        </p:spPr>
        <p:txBody>
          <a:bodyPr wrap="none" rtlCol="0">
            <a:spAutoFit/>
          </a:bodyPr>
          <a:lstStyle/>
          <a:p>
            <a:r>
              <a:rPr lang="en-US" dirty="0"/>
              <a:t>PS Output</a:t>
            </a:r>
          </a:p>
        </p:txBody>
      </p:sp>
      <p:sp>
        <p:nvSpPr>
          <p:cNvPr id="207" name="TextBox 206">
            <a:extLst>
              <a:ext uri="{FF2B5EF4-FFF2-40B4-BE49-F238E27FC236}">
                <a16:creationId xmlns:a16="http://schemas.microsoft.com/office/drawing/2014/main" id="{AF8BED76-A1B7-EE13-BA9F-D25AF5A8958A}"/>
              </a:ext>
            </a:extLst>
          </p:cNvPr>
          <p:cNvSpPr txBox="1"/>
          <p:nvPr/>
        </p:nvSpPr>
        <p:spPr>
          <a:xfrm>
            <a:off x="8032532" y="1137459"/>
            <a:ext cx="1878015" cy="369332"/>
          </a:xfrm>
          <a:prstGeom prst="rect">
            <a:avLst/>
          </a:prstGeom>
          <a:noFill/>
        </p:spPr>
        <p:txBody>
          <a:bodyPr wrap="none" rtlCol="0">
            <a:spAutoFit/>
          </a:bodyPr>
          <a:lstStyle/>
          <a:p>
            <a:r>
              <a:rPr lang="en-US" dirty="0"/>
              <a:t>DCC – Control Bus</a:t>
            </a:r>
          </a:p>
        </p:txBody>
      </p:sp>
      <p:sp>
        <p:nvSpPr>
          <p:cNvPr id="208" name="TextBox 207">
            <a:extLst>
              <a:ext uri="{FF2B5EF4-FFF2-40B4-BE49-F238E27FC236}">
                <a16:creationId xmlns:a16="http://schemas.microsoft.com/office/drawing/2014/main" id="{340D4843-2ED8-3B26-66BC-8AAE1E2D046C}"/>
              </a:ext>
            </a:extLst>
          </p:cNvPr>
          <p:cNvSpPr txBox="1"/>
          <p:nvPr/>
        </p:nvSpPr>
        <p:spPr>
          <a:xfrm>
            <a:off x="3940622" y="4932427"/>
            <a:ext cx="1062214" cy="369332"/>
          </a:xfrm>
          <a:prstGeom prst="rect">
            <a:avLst/>
          </a:prstGeom>
          <a:noFill/>
        </p:spPr>
        <p:txBody>
          <a:bodyPr wrap="none" rtlCol="0">
            <a:spAutoFit/>
          </a:bodyPr>
          <a:lstStyle/>
          <a:p>
            <a:r>
              <a:rPr lang="en-US" dirty="0"/>
              <a:t>+12V LCB</a:t>
            </a:r>
          </a:p>
        </p:txBody>
      </p:sp>
      <p:pic>
        <p:nvPicPr>
          <p:cNvPr id="209" name="Picture 208">
            <a:extLst>
              <a:ext uri="{FF2B5EF4-FFF2-40B4-BE49-F238E27FC236}">
                <a16:creationId xmlns:a16="http://schemas.microsoft.com/office/drawing/2014/main" id="{7EE1B5CF-E94B-1513-3AF0-561BFAE72A3D}"/>
              </a:ext>
            </a:extLst>
          </p:cNvPr>
          <p:cNvPicPr>
            <a:picLocks noChangeAspect="1"/>
          </p:cNvPicPr>
          <p:nvPr/>
        </p:nvPicPr>
        <p:blipFill>
          <a:blip r:embed="rId2"/>
          <a:stretch>
            <a:fillRect/>
          </a:stretch>
        </p:blipFill>
        <p:spPr>
          <a:xfrm>
            <a:off x="6855439" y="3561959"/>
            <a:ext cx="3948729" cy="2105989"/>
          </a:xfrm>
          <a:prstGeom prst="rect">
            <a:avLst/>
          </a:prstGeom>
          <a:ln>
            <a:solidFill>
              <a:srgbClr val="FF0000"/>
            </a:solidFill>
          </a:ln>
          <a:effectLst/>
        </p:spPr>
      </p:pic>
      <p:cxnSp>
        <p:nvCxnSpPr>
          <p:cNvPr id="23" name="Elbow Connector 22">
            <a:extLst>
              <a:ext uri="{FF2B5EF4-FFF2-40B4-BE49-F238E27FC236}">
                <a16:creationId xmlns:a16="http://schemas.microsoft.com/office/drawing/2014/main" id="{CE98E1CF-7A46-03F7-E36B-C83D631E6872}"/>
              </a:ext>
            </a:extLst>
          </p:cNvPr>
          <p:cNvCxnSpPr>
            <a:cxnSpLocks/>
            <a:stCxn id="14" idx="1"/>
            <a:endCxn id="6" idx="3"/>
          </p:cNvCxnSpPr>
          <p:nvPr/>
        </p:nvCxnSpPr>
        <p:spPr>
          <a:xfrm rot="10800000">
            <a:off x="5691893" y="2132535"/>
            <a:ext cx="438945" cy="8857"/>
          </a:xfrm>
          <a:prstGeom prst="bentConnector3">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399411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478FD51-FBF3-20D6-C06E-1908BD106BCE}"/>
              </a:ext>
            </a:extLst>
          </p:cNvPr>
          <p:cNvSpPr/>
          <p:nvPr/>
        </p:nvSpPr>
        <p:spPr>
          <a:xfrm>
            <a:off x="6334539" y="1698698"/>
            <a:ext cx="970721" cy="74543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Input</a:t>
            </a:r>
          </a:p>
        </p:txBody>
      </p:sp>
      <p:sp>
        <p:nvSpPr>
          <p:cNvPr id="4" name="Rectangle 3">
            <a:extLst>
              <a:ext uri="{FF2B5EF4-FFF2-40B4-BE49-F238E27FC236}">
                <a16:creationId xmlns:a16="http://schemas.microsoft.com/office/drawing/2014/main" id="{BDD58D13-40FA-42A6-E71D-2190FB7322B1}"/>
              </a:ext>
            </a:extLst>
          </p:cNvPr>
          <p:cNvSpPr/>
          <p:nvPr/>
        </p:nvSpPr>
        <p:spPr>
          <a:xfrm>
            <a:off x="7636565" y="1698697"/>
            <a:ext cx="970721" cy="74543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Input</a:t>
            </a:r>
          </a:p>
        </p:txBody>
      </p:sp>
      <p:sp>
        <p:nvSpPr>
          <p:cNvPr id="5" name="Rectangle 4">
            <a:extLst>
              <a:ext uri="{FF2B5EF4-FFF2-40B4-BE49-F238E27FC236}">
                <a16:creationId xmlns:a16="http://schemas.microsoft.com/office/drawing/2014/main" id="{917306EB-8443-8C99-550F-9C37ED211835}"/>
              </a:ext>
            </a:extLst>
          </p:cNvPr>
          <p:cNvSpPr/>
          <p:nvPr/>
        </p:nvSpPr>
        <p:spPr>
          <a:xfrm>
            <a:off x="6334539" y="3153124"/>
            <a:ext cx="970721" cy="74543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5v</a:t>
            </a:r>
          </a:p>
          <a:p>
            <a:pPr algn="ctr"/>
            <a:r>
              <a:rPr lang="en-US" dirty="0"/>
              <a:t>Output</a:t>
            </a:r>
          </a:p>
        </p:txBody>
      </p:sp>
      <p:sp>
        <p:nvSpPr>
          <p:cNvPr id="6" name="Rectangle 5">
            <a:extLst>
              <a:ext uri="{FF2B5EF4-FFF2-40B4-BE49-F238E27FC236}">
                <a16:creationId xmlns:a16="http://schemas.microsoft.com/office/drawing/2014/main" id="{D475A7BD-5DEA-1BE2-0688-45182C803424}"/>
              </a:ext>
            </a:extLst>
          </p:cNvPr>
          <p:cNvSpPr/>
          <p:nvPr/>
        </p:nvSpPr>
        <p:spPr>
          <a:xfrm>
            <a:off x="7636565" y="3153123"/>
            <a:ext cx="970721" cy="74543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5v</a:t>
            </a:r>
          </a:p>
          <a:p>
            <a:pPr algn="ctr"/>
            <a:r>
              <a:rPr lang="en-US" dirty="0"/>
              <a:t>Output</a:t>
            </a:r>
          </a:p>
        </p:txBody>
      </p:sp>
      <p:sp>
        <p:nvSpPr>
          <p:cNvPr id="7" name="Rectangle 6">
            <a:extLst>
              <a:ext uri="{FF2B5EF4-FFF2-40B4-BE49-F238E27FC236}">
                <a16:creationId xmlns:a16="http://schemas.microsoft.com/office/drawing/2014/main" id="{C840349B-5DC0-C5BB-D116-3D2CBE10028D}"/>
              </a:ext>
            </a:extLst>
          </p:cNvPr>
          <p:cNvSpPr/>
          <p:nvPr/>
        </p:nvSpPr>
        <p:spPr>
          <a:xfrm>
            <a:off x="5032513" y="3153122"/>
            <a:ext cx="970721" cy="74543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12v Output</a:t>
            </a:r>
          </a:p>
        </p:txBody>
      </p:sp>
      <p:grpSp>
        <p:nvGrpSpPr>
          <p:cNvPr id="20" name="Group 19">
            <a:extLst>
              <a:ext uri="{FF2B5EF4-FFF2-40B4-BE49-F238E27FC236}">
                <a16:creationId xmlns:a16="http://schemas.microsoft.com/office/drawing/2014/main" id="{5B72ED10-C99D-B6F2-5EF2-CC9BA182A0D2}"/>
              </a:ext>
            </a:extLst>
          </p:cNvPr>
          <p:cNvGrpSpPr/>
          <p:nvPr/>
        </p:nvGrpSpPr>
        <p:grpSpPr>
          <a:xfrm>
            <a:off x="4631634" y="1698698"/>
            <a:ext cx="1371600" cy="1023730"/>
            <a:chOff x="4631634" y="1229139"/>
            <a:chExt cx="1371600" cy="1023730"/>
          </a:xfrm>
        </p:grpSpPr>
        <p:sp>
          <p:nvSpPr>
            <p:cNvPr id="2" name="Rectangle 1">
              <a:extLst>
                <a:ext uri="{FF2B5EF4-FFF2-40B4-BE49-F238E27FC236}">
                  <a16:creationId xmlns:a16="http://schemas.microsoft.com/office/drawing/2014/main" id="{53DF8CC5-C1E4-FDC4-7583-2C2E2E34483F}"/>
                </a:ext>
              </a:extLst>
            </p:cNvPr>
            <p:cNvSpPr/>
            <p:nvPr/>
          </p:nvSpPr>
          <p:spPr>
            <a:xfrm>
              <a:off x="4631634" y="1229139"/>
              <a:ext cx="1371600" cy="102373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99486B7-D4F3-84C8-6C33-4273D4E15F13}"/>
                </a:ext>
              </a:extLst>
            </p:cNvPr>
            <p:cNvSpPr/>
            <p:nvPr/>
          </p:nvSpPr>
          <p:spPr>
            <a:xfrm>
              <a:off x="4631634" y="1303682"/>
              <a:ext cx="248478" cy="208722"/>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grpSp>
      <p:grpSp>
        <p:nvGrpSpPr>
          <p:cNvPr id="19" name="Group 18">
            <a:extLst>
              <a:ext uri="{FF2B5EF4-FFF2-40B4-BE49-F238E27FC236}">
                <a16:creationId xmlns:a16="http://schemas.microsoft.com/office/drawing/2014/main" id="{1DC96497-2004-80E3-AD78-A7F9E8C729BD}"/>
              </a:ext>
            </a:extLst>
          </p:cNvPr>
          <p:cNvGrpSpPr/>
          <p:nvPr/>
        </p:nvGrpSpPr>
        <p:grpSpPr>
          <a:xfrm>
            <a:off x="3588027" y="1698697"/>
            <a:ext cx="616226" cy="1023730"/>
            <a:chOff x="3588027" y="1229138"/>
            <a:chExt cx="616226" cy="1023730"/>
          </a:xfrm>
        </p:grpSpPr>
        <p:sp>
          <p:nvSpPr>
            <p:cNvPr id="8" name="Rectangle 7">
              <a:extLst>
                <a:ext uri="{FF2B5EF4-FFF2-40B4-BE49-F238E27FC236}">
                  <a16:creationId xmlns:a16="http://schemas.microsoft.com/office/drawing/2014/main" id="{5BDFDF5B-ED8C-B2B4-CBE7-B9DB3B501633}"/>
                </a:ext>
              </a:extLst>
            </p:cNvPr>
            <p:cNvSpPr/>
            <p:nvPr/>
          </p:nvSpPr>
          <p:spPr>
            <a:xfrm>
              <a:off x="3588027" y="1229138"/>
              <a:ext cx="616226" cy="102373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6D03186E-2E36-A365-D056-AF0F7D3D2A2E}"/>
                </a:ext>
              </a:extLst>
            </p:cNvPr>
            <p:cNvSpPr/>
            <p:nvPr/>
          </p:nvSpPr>
          <p:spPr>
            <a:xfrm>
              <a:off x="3945834" y="1308652"/>
              <a:ext cx="248478" cy="208722"/>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1C4048EA-FCCA-12C5-C885-CC287552DC28}"/>
                </a:ext>
              </a:extLst>
            </p:cNvPr>
            <p:cNvSpPr/>
            <p:nvPr/>
          </p:nvSpPr>
          <p:spPr>
            <a:xfrm>
              <a:off x="3588027" y="1303682"/>
              <a:ext cx="248478" cy="208722"/>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5A9B71F0-BB02-DB1B-69AB-2FB223BFFA2A}"/>
                </a:ext>
              </a:extLst>
            </p:cNvPr>
            <p:cNvSpPr/>
            <p:nvPr/>
          </p:nvSpPr>
          <p:spPr>
            <a:xfrm>
              <a:off x="3588027" y="1542221"/>
              <a:ext cx="248478" cy="208722"/>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6C8EC8F1-612C-C3EB-269B-0EDFD375F945}"/>
                </a:ext>
              </a:extLst>
            </p:cNvPr>
            <p:cNvSpPr/>
            <p:nvPr/>
          </p:nvSpPr>
          <p:spPr>
            <a:xfrm>
              <a:off x="3588027" y="1782415"/>
              <a:ext cx="248478" cy="208722"/>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0D27855-77EF-2285-4993-7695C4A37F29}"/>
                </a:ext>
              </a:extLst>
            </p:cNvPr>
            <p:cNvSpPr/>
            <p:nvPr/>
          </p:nvSpPr>
          <p:spPr>
            <a:xfrm>
              <a:off x="3591342" y="2014327"/>
              <a:ext cx="248478" cy="208722"/>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grpSp>
      <p:grpSp>
        <p:nvGrpSpPr>
          <p:cNvPr id="18" name="Group 17">
            <a:extLst>
              <a:ext uri="{FF2B5EF4-FFF2-40B4-BE49-F238E27FC236}">
                <a16:creationId xmlns:a16="http://schemas.microsoft.com/office/drawing/2014/main" id="{3510E02A-F65F-8E63-69A7-49961C5BEE40}"/>
              </a:ext>
            </a:extLst>
          </p:cNvPr>
          <p:cNvGrpSpPr/>
          <p:nvPr/>
        </p:nvGrpSpPr>
        <p:grpSpPr>
          <a:xfrm>
            <a:off x="2690190" y="1698697"/>
            <a:ext cx="616226" cy="1023730"/>
            <a:chOff x="2690190" y="1229138"/>
            <a:chExt cx="616226" cy="1023730"/>
          </a:xfrm>
        </p:grpSpPr>
        <p:sp>
          <p:nvSpPr>
            <p:cNvPr id="15" name="Rectangle 14">
              <a:extLst>
                <a:ext uri="{FF2B5EF4-FFF2-40B4-BE49-F238E27FC236}">
                  <a16:creationId xmlns:a16="http://schemas.microsoft.com/office/drawing/2014/main" id="{092AD244-793C-4E57-F415-2CFF6A6258D1}"/>
                </a:ext>
              </a:extLst>
            </p:cNvPr>
            <p:cNvSpPr/>
            <p:nvPr/>
          </p:nvSpPr>
          <p:spPr>
            <a:xfrm>
              <a:off x="2690190" y="1229138"/>
              <a:ext cx="616226" cy="102373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F86A3215-84FF-E37C-EDCE-EA8EADD75381}"/>
                </a:ext>
              </a:extLst>
            </p:cNvPr>
            <p:cNvSpPr/>
            <p:nvPr/>
          </p:nvSpPr>
          <p:spPr>
            <a:xfrm>
              <a:off x="2880691" y="1240733"/>
              <a:ext cx="248478" cy="208722"/>
            </a:xfrm>
            <a:prstGeom prst="rect">
              <a:avLst/>
            </a:prstGeom>
            <a:solidFill>
              <a:schemeClr val="bg1"/>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i="1" dirty="0"/>
            </a:p>
          </p:txBody>
        </p:sp>
        <p:sp>
          <p:nvSpPr>
            <p:cNvPr id="17" name="Rectangle 16">
              <a:extLst>
                <a:ext uri="{FF2B5EF4-FFF2-40B4-BE49-F238E27FC236}">
                  <a16:creationId xmlns:a16="http://schemas.microsoft.com/office/drawing/2014/main" id="{81A580DE-FEEE-A091-D4BE-2C422A30A25F}"/>
                </a:ext>
              </a:extLst>
            </p:cNvPr>
            <p:cNvSpPr/>
            <p:nvPr/>
          </p:nvSpPr>
          <p:spPr>
            <a:xfrm>
              <a:off x="2869098" y="2014325"/>
              <a:ext cx="248478" cy="208722"/>
            </a:xfrm>
            <a:prstGeom prst="rect">
              <a:avLst/>
            </a:prstGeom>
            <a:solidFill>
              <a:schemeClr val="bg1"/>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i="1" dirty="0"/>
            </a:p>
          </p:txBody>
        </p:sp>
      </p:grpSp>
      <p:cxnSp>
        <p:nvCxnSpPr>
          <p:cNvPr id="22" name="Straight Connector 21">
            <a:extLst>
              <a:ext uri="{FF2B5EF4-FFF2-40B4-BE49-F238E27FC236}">
                <a16:creationId xmlns:a16="http://schemas.microsoft.com/office/drawing/2014/main" id="{3CFF0AD5-7967-99E1-EAC2-598B6430D51E}"/>
              </a:ext>
            </a:extLst>
          </p:cNvPr>
          <p:cNvCxnSpPr/>
          <p:nvPr/>
        </p:nvCxnSpPr>
        <p:spPr>
          <a:xfrm flipV="1">
            <a:off x="6502400" y="1168059"/>
            <a:ext cx="0" cy="542233"/>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2BC4FCC3-1FA1-0F73-6268-735DD66F09CC}"/>
              </a:ext>
            </a:extLst>
          </p:cNvPr>
          <p:cNvCxnSpPr/>
          <p:nvPr/>
        </p:nvCxnSpPr>
        <p:spPr>
          <a:xfrm flipV="1">
            <a:off x="7797800" y="1156464"/>
            <a:ext cx="0" cy="542233"/>
          </a:xfrm>
          <a:prstGeom prst="line">
            <a:avLst/>
          </a:prstGeom>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8737E619-AE99-1ABC-9DBD-9A671B46E147}"/>
              </a:ext>
            </a:extLst>
          </p:cNvPr>
          <p:cNvSpPr txBox="1"/>
          <p:nvPr/>
        </p:nvSpPr>
        <p:spPr>
          <a:xfrm>
            <a:off x="6631334" y="1242914"/>
            <a:ext cx="977898" cy="369332"/>
          </a:xfrm>
          <a:prstGeom prst="rect">
            <a:avLst/>
          </a:prstGeom>
          <a:noFill/>
        </p:spPr>
        <p:txBody>
          <a:bodyPr wrap="square" rtlCol="0">
            <a:spAutoFit/>
          </a:bodyPr>
          <a:lstStyle/>
          <a:p>
            <a:r>
              <a:rPr lang="en-US" dirty="0"/>
              <a:t>Buttons</a:t>
            </a:r>
          </a:p>
        </p:txBody>
      </p:sp>
      <p:sp>
        <p:nvSpPr>
          <p:cNvPr id="25" name="TextBox 24">
            <a:extLst>
              <a:ext uri="{FF2B5EF4-FFF2-40B4-BE49-F238E27FC236}">
                <a16:creationId xmlns:a16="http://schemas.microsoft.com/office/drawing/2014/main" id="{39BD0711-D7F4-46FA-982E-E6530E610832}"/>
              </a:ext>
            </a:extLst>
          </p:cNvPr>
          <p:cNvSpPr txBox="1"/>
          <p:nvPr/>
        </p:nvSpPr>
        <p:spPr>
          <a:xfrm>
            <a:off x="7825132" y="1254509"/>
            <a:ext cx="1814711" cy="369332"/>
          </a:xfrm>
          <a:prstGeom prst="rect">
            <a:avLst/>
          </a:prstGeom>
          <a:noFill/>
        </p:spPr>
        <p:txBody>
          <a:bodyPr wrap="square" rtlCol="0">
            <a:spAutoFit/>
          </a:bodyPr>
          <a:lstStyle/>
          <a:p>
            <a:r>
              <a:rPr lang="en-US" dirty="0"/>
              <a:t>Turnout Sensor</a:t>
            </a:r>
          </a:p>
        </p:txBody>
      </p:sp>
      <p:sp>
        <p:nvSpPr>
          <p:cNvPr id="26" name="Rectangle 25">
            <a:extLst>
              <a:ext uri="{FF2B5EF4-FFF2-40B4-BE49-F238E27FC236}">
                <a16:creationId xmlns:a16="http://schemas.microsoft.com/office/drawing/2014/main" id="{5BFFC5BA-76E8-35B6-E541-34DBE768021F}"/>
              </a:ext>
            </a:extLst>
          </p:cNvPr>
          <p:cNvSpPr/>
          <p:nvPr/>
        </p:nvSpPr>
        <p:spPr>
          <a:xfrm>
            <a:off x="5841999" y="4607548"/>
            <a:ext cx="2765287" cy="9398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Universal Translator</a:t>
            </a:r>
          </a:p>
        </p:txBody>
      </p:sp>
      <p:sp>
        <p:nvSpPr>
          <p:cNvPr id="27" name="Rectangle 26">
            <a:extLst>
              <a:ext uri="{FF2B5EF4-FFF2-40B4-BE49-F238E27FC236}">
                <a16:creationId xmlns:a16="http://schemas.microsoft.com/office/drawing/2014/main" id="{926ADE89-0F0D-F064-0628-A2D2C4DEB0E4}"/>
              </a:ext>
            </a:extLst>
          </p:cNvPr>
          <p:cNvSpPr/>
          <p:nvPr/>
        </p:nvSpPr>
        <p:spPr>
          <a:xfrm>
            <a:off x="8121925" y="6086263"/>
            <a:ext cx="485361" cy="3937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TT</a:t>
            </a:r>
          </a:p>
        </p:txBody>
      </p:sp>
      <p:cxnSp>
        <p:nvCxnSpPr>
          <p:cNvPr id="29" name="Straight Connector 28">
            <a:extLst>
              <a:ext uri="{FF2B5EF4-FFF2-40B4-BE49-F238E27FC236}">
                <a16:creationId xmlns:a16="http://schemas.microsoft.com/office/drawing/2014/main" id="{AAA00E05-D4CC-4D59-0A37-F1C0160A3A0F}"/>
              </a:ext>
            </a:extLst>
          </p:cNvPr>
          <p:cNvCxnSpPr>
            <a:stCxn id="27" idx="0"/>
          </p:cNvCxnSpPr>
          <p:nvPr/>
        </p:nvCxnSpPr>
        <p:spPr>
          <a:xfrm flipH="1" flipV="1">
            <a:off x="8364605" y="5287852"/>
            <a:ext cx="1" cy="798411"/>
          </a:xfrm>
          <a:prstGeom prst="line">
            <a:avLst/>
          </a:prstGeom>
        </p:spPr>
        <p:style>
          <a:lnRef idx="1">
            <a:schemeClr val="accent1"/>
          </a:lnRef>
          <a:fillRef idx="0">
            <a:schemeClr val="accent1"/>
          </a:fillRef>
          <a:effectRef idx="0">
            <a:schemeClr val="accent1"/>
          </a:effectRef>
          <a:fontRef idx="minor">
            <a:schemeClr val="tx1"/>
          </a:fontRef>
        </p:style>
      </p:cxnSp>
      <p:cxnSp>
        <p:nvCxnSpPr>
          <p:cNvPr id="33" name="Elbow Connector 32">
            <a:extLst>
              <a:ext uri="{FF2B5EF4-FFF2-40B4-BE49-F238E27FC236}">
                <a16:creationId xmlns:a16="http://schemas.microsoft.com/office/drawing/2014/main" id="{11D48CAC-4E45-62BD-BFA8-24B19A743261}"/>
              </a:ext>
            </a:extLst>
          </p:cNvPr>
          <p:cNvCxnSpPr>
            <a:cxnSpLocks/>
          </p:cNvCxnSpPr>
          <p:nvPr/>
        </p:nvCxnSpPr>
        <p:spPr>
          <a:xfrm rot="10800000" flipV="1">
            <a:off x="7511356" y="4329251"/>
            <a:ext cx="1708845" cy="278295"/>
          </a:xfrm>
          <a:prstGeom prst="bentConnector3">
            <a:avLst/>
          </a:prstGeom>
        </p:spPr>
        <p:style>
          <a:lnRef idx="1">
            <a:schemeClr val="accent1"/>
          </a:lnRef>
          <a:fillRef idx="0">
            <a:schemeClr val="accent1"/>
          </a:fillRef>
          <a:effectRef idx="0">
            <a:schemeClr val="accent1"/>
          </a:effectRef>
          <a:fontRef idx="minor">
            <a:schemeClr val="tx1"/>
          </a:fontRef>
        </p:style>
      </p:cxnSp>
      <p:sp>
        <p:nvSpPr>
          <p:cNvPr id="36" name="TextBox 35">
            <a:extLst>
              <a:ext uri="{FF2B5EF4-FFF2-40B4-BE49-F238E27FC236}">
                <a16:creationId xmlns:a16="http://schemas.microsoft.com/office/drawing/2014/main" id="{24AB96B0-DA6B-09D6-DBF4-48CBCFEDFBA5}"/>
              </a:ext>
            </a:extLst>
          </p:cNvPr>
          <p:cNvSpPr txBox="1"/>
          <p:nvPr/>
        </p:nvSpPr>
        <p:spPr>
          <a:xfrm>
            <a:off x="9246544" y="4144583"/>
            <a:ext cx="1643014" cy="369332"/>
          </a:xfrm>
          <a:prstGeom prst="rect">
            <a:avLst/>
          </a:prstGeom>
          <a:noFill/>
        </p:spPr>
        <p:txBody>
          <a:bodyPr wrap="none" rtlCol="0">
            <a:spAutoFit/>
          </a:bodyPr>
          <a:lstStyle/>
          <a:p>
            <a:r>
              <a:rPr lang="en-US" dirty="0"/>
              <a:t>To Button Input</a:t>
            </a:r>
          </a:p>
        </p:txBody>
      </p:sp>
      <p:cxnSp>
        <p:nvCxnSpPr>
          <p:cNvPr id="37" name="Elbow Connector 36">
            <a:extLst>
              <a:ext uri="{FF2B5EF4-FFF2-40B4-BE49-F238E27FC236}">
                <a16:creationId xmlns:a16="http://schemas.microsoft.com/office/drawing/2014/main" id="{FBE9FCEE-2AB6-ED81-DB72-116D65A8BFDD}"/>
              </a:ext>
            </a:extLst>
          </p:cNvPr>
          <p:cNvCxnSpPr>
            <a:cxnSpLocks/>
          </p:cNvCxnSpPr>
          <p:nvPr/>
        </p:nvCxnSpPr>
        <p:spPr>
          <a:xfrm rot="10800000" flipV="1">
            <a:off x="8085272" y="4082435"/>
            <a:ext cx="1044028" cy="525111"/>
          </a:xfrm>
          <a:prstGeom prst="bentConnector3">
            <a:avLst>
              <a:gd name="adj1" fmla="val 98658"/>
            </a:avLst>
          </a:prstGeom>
        </p:spPr>
        <p:style>
          <a:lnRef idx="1">
            <a:schemeClr val="accent1"/>
          </a:lnRef>
          <a:fillRef idx="0">
            <a:schemeClr val="accent1"/>
          </a:fillRef>
          <a:effectRef idx="0">
            <a:schemeClr val="accent1"/>
          </a:effectRef>
          <a:fontRef idx="minor">
            <a:schemeClr val="tx1"/>
          </a:fontRef>
        </p:style>
      </p:cxnSp>
      <p:cxnSp>
        <p:nvCxnSpPr>
          <p:cNvPr id="41" name="Elbow Connector 40">
            <a:extLst>
              <a:ext uri="{FF2B5EF4-FFF2-40B4-BE49-F238E27FC236}">
                <a16:creationId xmlns:a16="http://schemas.microsoft.com/office/drawing/2014/main" id="{A8F52840-5C7F-C191-B077-281F7B6E4739}"/>
              </a:ext>
            </a:extLst>
          </p:cNvPr>
          <p:cNvCxnSpPr>
            <a:cxnSpLocks/>
          </p:cNvCxnSpPr>
          <p:nvPr/>
        </p:nvCxnSpPr>
        <p:spPr>
          <a:xfrm rot="5400000" flipH="1" flipV="1">
            <a:off x="4401652" y="4185414"/>
            <a:ext cx="1020838" cy="462857"/>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sp>
        <p:nvSpPr>
          <p:cNvPr id="44" name="Rectangle 43">
            <a:extLst>
              <a:ext uri="{FF2B5EF4-FFF2-40B4-BE49-F238E27FC236}">
                <a16:creationId xmlns:a16="http://schemas.microsoft.com/office/drawing/2014/main" id="{A45C44E4-F502-AB48-DB9D-4E9E5440B81A}"/>
              </a:ext>
            </a:extLst>
          </p:cNvPr>
          <p:cNvSpPr/>
          <p:nvPr/>
        </p:nvSpPr>
        <p:spPr>
          <a:xfrm>
            <a:off x="4114287" y="4927260"/>
            <a:ext cx="616226" cy="40474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MP4</a:t>
            </a:r>
          </a:p>
        </p:txBody>
      </p:sp>
      <p:cxnSp>
        <p:nvCxnSpPr>
          <p:cNvPr id="51" name="Elbow Connector 50">
            <a:extLst>
              <a:ext uri="{FF2B5EF4-FFF2-40B4-BE49-F238E27FC236}">
                <a16:creationId xmlns:a16="http://schemas.microsoft.com/office/drawing/2014/main" id="{8766ED9A-4C63-1191-7655-B3389C549DB3}"/>
              </a:ext>
            </a:extLst>
          </p:cNvPr>
          <p:cNvCxnSpPr>
            <a:cxnSpLocks/>
            <a:stCxn id="44" idx="3"/>
          </p:cNvCxnSpPr>
          <p:nvPr/>
        </p:nvCxnSpPr>
        <p:spPr>
          <a:xfrm flipV="1">
            <a:off x="4730513" y="3891507"/>
            <a:ext cx="672329" cy="1238125"/>
          </a:xfrm>
          <a:prstGeom prst="bentConnector2">
            <a:avLst/>
          </a:prstGeom>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5AF14A94-3C16-FB79-BF7E-4F8FFD5A3C35}"/>
              </a:ext>
            </a:extLst>
          </p:cNvPr>
          <p:cNvCxnSpPr/>
          <p:nvPr/>
        </p:nvCxnSpPr>
        <p:spPr>
          <a:xfrm flipV="1">
            <a:off x="4330700" y="5332004"/>
            <a:ext cx="0" cy="542233"/>
          </a:xfrm>
          <a:prstGeom prst="line">
            <a:avLst/>
          </a:prstGeom>
        </p:spPr>
        <p:style>
          <a:lnRef idx="1">
            <a:schemeClr val="accent1"/>
          </a:lnRef>
          <a:fillRef idx="0">
            <a:schemeClr val="accent1"/>
          </a:fillRef>
          <a:effectRef idx="0">
            <a:schemeClr val="accent1"/>
          </a:effectRef>
          <a:fontRef idx="minor">
            <a:schemeClr val="tx1"/>
          </a:fontRef>
        </p:style>
      </p:cxnSp>
      <p:sp>
        <p:nvSpPr>
          <p:cNvPr id="64" name="TextBox 63">
            <a:extLst>
              <a:ext uri="{FF2B5EF4-FFF2-40B4-BE49-F238E27FC236}">
                <a16:creationId xmlns:a16="http://schemas.microsoft.com/office/drawing/2014/main" id="{BF009760-D303-9A20-974A-391871011BA6}"/>
              </a:ext>
            </a:extLst>
          </p:cNvPr>
          <p:cNvSpPr txBox="1"/>
          <p:nvPr/>
        </p:nvSpPr>
        <p:spPr>
          <a:xfrm>
            <a:off x="4114287" y="6082959"/>
            <a:ext cx="1881092" cy="369332"/>
          </a:xfrm>
          <a:prstGeom prst="rect">
            <a:avLst/>
          </a:prstGeom>
          <a:noFill/>
        </p:spPr>
        <p:txBody>
          <a:bodyPr wrap="none" rtlCol="0">
            <a:spAutoFit/>
          </a:bodyPr>
          <a:lstStyle/>
          <a:p>
            <a:r>
              <a:rPr lang="en-US" dirty="0"/>
              <a:t>To Turnout Sensor</a:t>
            </a:r>
          </a:p>
        </p:txBody>
      </p:sp>
      <p:sp>
        <p:nvSpPr>
          <p:cNvPr id="72" name="TextBox 71">
            <a:extLst>
              <a:ext uri="{FF2B5EF4-FFF2-40B4-BE49-F238E27FC236}">
                <a16:creationId xmlns:a16="http://schemas.microsoft.com/office/drawing/2014/main" id="{015E35E6-A031-545B-306B-1891AB07C46C}"/>
              </a:ext>
            </a:extLst>
          </p:cNvPr>
          <p:cNvSpPr txBox="1"/>
          <p:nvPr/>
        </p:nvSpPr>
        <p:spPr>
          <a:xfrm>
            <a:off x="9220201" y="3853410"/>
            <a:ext cx="1881092" cy="369332"/>
          </a:xfrm>
          <a:prstGeom prst="rect">
            <a:avLst/>
          </a:prstGeom>
          <a:noFill/>
        </p:spPr>
        <p:txBody>
          <a:bodyPr wrap="none" rtlCol="0">
            <a:spAutoFit/>
          </a:bodyPr>
          <a:lstStyle/>
          <a:p>
            <a:r>
              <a:rPr lang="en-US" dirty="0"/>
              <a:t>To Turnout Sensor</a:t>
            </a:r>
          </a:p>
        </p:txBody>
      </p:sp>
      <p:cxnSp>
        <p:nvCxnSpPr>
          <p:cNvPr id="32" name="Straight Connector 31">
            <a:extLst>
              <a:ext uri="{FF2B5EF4-FFF2-40B4-BE49-F238E27FC236}">
                <a16:creationId xmlns:a16="http://schemas.microsoft.com/office/drawing/2014/main" id="{81B6E8D4-1CDF-F8B6-EAE2-6F068E36934C}"/>
              </a:ext>
            </a:extLst>
          </p:cNvPr>
          <p:cNvCxnSpPr/>
          <p:nvPr/>
        </p:nvCxnSpPr>
        <p:spPr>
          <a:xfrm>
            <a:off x="8521476" y="3422824"/>
            <a:ext cx="1052668" cy="0"/>
          </a:xfrm>
          <a:prstGeom prst="line">
            <a:avLst/>
          </a:prstGeom>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4D8091EF-BCA4-FD10-0B05-69F6F936697A}"/>
              </a:ext>
            </a:extLst>
          </p:cNvPr>
          <p:cNvSpPr txBox="1"/>
          <p:nvPr/>
        </p:nvSpPr>
        <p:spPr>
          <a:xfrm>
            <a:off x="9639843" y="3238158"/>
            <a:ext cx="1093889" cy="369332"/>
          </a:xfrm>
          <a:prstGeom prst="rect">
            <a:avLst/>
          </a:prstGeom>
          <a:noFill/>
        </p:spPr>
        <p:txBody>
          <a:bodyPr wrap="none" rtlCol="0">
            <a:spAutoFit/>
          </a:bodyPr>
          <a:lstStyle/>
          <a:p>
            <a:r>
              <a:rPr lang="en-US" dirty="0"/>
              <a:t>To Signals</a:t>
            </a:r>
          </a:p>
        </p:txBody>
      </p:sp>
      <p:sp>
        <p:nvSpPr>
          <p:cNvPr id="35" name="TextBox 34">
            <a:extLst>
              <a:ext uri="{FF2B5EF4-FFF2-40B4-BE49-F238E27FC236}">
                <a16:creationId xmlns:a16="http://schemas.microsoft.com/office/drawing/2014/main" id="{5E0176F4-3F26-19BB-B708-1B0B2D505E14}"/>
              </a:ext>
            </a:extLst>
          </p:cNvPr>
          <p:cNvSpPr txBox="1"/>
          <p:nvPr/>
        </p:nvSpPr>
        <p:spPr>
          <a:xfrm>
            <a:off x="4711459" y="422879"/>
            <a:ext cx="2769092" cy="369332"/>
          </a:xfrm>
          <a:prstGeom prst="rect">
            <a:avLst/>
          </a:prstGeom>
          <a:noFill/>
        </p:spPr>
        <p:txBody>
          <a:bodyPr wrap="none" rtlCol="0">
            <a:spAutoFit/>
          </a:bodyPr>
          <a:lstStyle/>
          <a:p>
            <a:pPr algn="ctr"/>
            <a:r>
              <a:rPr lang="en-US" dirty="0"/>
              <a:t>Control Node Configuration</a:t>
            </a:r>
          </a:p>
        </p:txBody>
      </p:sp>
      <p:sp>
        <p:nvSpPr>
          <p:cNvPr id="45" name="TextBox 44">
            <a:extLst>
              <a:ext uri="{FF2B5EF4-FFF2-40B4-BE49-F238E27FC236}">
                <a16:creationId xmlns:a16="http://schemas.microsoft.com/office/drawing/2014/main" id="{4E47E846-115E-E540-A82E-F7E8BC91BD0D}"/>
              </a:ext>
            </a:extLst>
          </p:cNvPr>
          <p:cNvSpPr txBox="1"/>
          <p:nvPr/>
        </p:nvSpPr>
        <p:spPr>
          <a:xfrm>
            <a:off x="2569194" y="1121437"/>
            <a:ext cx="1814711" cy="369332"/>
          </a:xfrm>
          <a:prstGeom prst="rect">
            <a:avLst/>
          </a:prstGeom>
          <a:noFill/>
        </p:spPr>
        <p:txBody>
          <a:bodyPr wrap="square" rtlCol="0">
            <a:spAutoFit/>
          </a:bodyPr>
          <a:lstStyle/>
          <a:p>
            <a:r>
              <a:rPr lang="en-US" dirty="0"/>
              <a:t>Block Sensors</a:t>
            </a:r>
          </a:p>
        </p:txBody>
      </p:sp>
      <p:sp>
        <p:nvSpPr>
          <p:cNvPr id="46" name="TextBox 45">
            <a:extLst>
              <a:ext uri="{FF2B5EF4-FFF2-40B4-BE49-F238E27FC236}">
                <a16:creationId xmlns:a16="http://schemas.microsoft.com/office/drawing/2014/main" id="{7D770E87-D70A-1B72-F824-A7ADD6C01D16}"/>
              </a:ext>
            </a:extLst>
          </p:cNvPr>
          <p:cNvSpPr txBox="1"/>
          <p:nvPr/>
        </p:nvSpPr>
        <p:spPr>
          <a:xfrm>
            <a:off x="507731" y="1710292"/>
            <a:ext cx="1814711" cy="369332"/>
          </a:xfrm>
          <a:prstGeom prst="rect">
            <a:avLst/>
          </a:prstGeom>
          <a:noFill/>
        </p:spPr>
        <p:txBody>
          <a:bodyPr wrap="square" rtlCol="0">
            <a:spAutoFit/>
          </a:bodyPr>
          <a:lstStyle/>
          <a:p>
            <a:r>
              <a:rPr lang="en-US" dirty="0"/>
              <a:t>DCC + Tracks</a:t>
            </a:r>
          </a:p>
        </p:txBody>
      </p:sp>
      <p:cxnSp>
        <p:nvCxnSpPr>
          <p:cNvPr id="47" name="Straight Connector 46">
            <a:extLst>
              <a:ext uri="{FF2B5EF4-FFF2-40B4-BE49-F238E27FC236}">
                <a16:creationId xmlns:a16="http://schemas.microsoft.com/office/drawing/2014/main" id="{C13FF7AD-B362-201F-75D3-CBA02E7E43D0}"/>
              </a:ext>
            </a:extLst>
          </p:cNvPr>
          <p:cNvCxnSpPr/>
          <p:nvPr/>
        </p:nvCxnSpPr>
        <p:spPr>
          <a:xfrm>
            <a:off x="1637522" y="2210562"/>
            <a:ext cx="105266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93833262-384D-FD09-7768-8BF66313AEB1}"/>
              </a:ext>
            </a:extLst>
          </p:cNvPr>
          <p:cNvCxnSpPr/>
          <p:nvPr/>
        </p:nvCxnSpPr>
        <p:spPr>
          <a:xfrm>
            <a:off x="4090832" y="1897779"/>
            <a:ext cx="105266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B0E5FFCF-EF9F-8DB6-20DB-CB4C8CB995FE}"/>
              </a:ext>
            </a:extLst>
          </p:cNvPr>
          <p:cNvCxnSpPr/>
          <p:nvPr/>
        </p:nvCxnSpPr>
        <p:spPr>
          <a:xfrm>
            <a:off x="2950215" y="2356335"/>
            <a:ext cx="1052668"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135496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1FB92A-01A4-F260-AE42-9329F263C756}"/>
            </a:ext>
          </a:extLst>
        </p:cNvPr>
        <p:cNvGrpSpPr/>
        <p:nvPr/>
      </p:nvGrpSpPr>
      <p:grpSpPr>
        <a:xfrm>
          <a:off x="0" y="0"/>
          <a:ext cx="0" cy="0"/>
          <a:chOff x="0" y="0"/>
          <a:chExt cx="0" cy="0"/>
        </a:xfrm>
      </p:grpSpPr>
      <p:sp>
        <p:nvSpPr>
          <p:cNvPr id="21" name="Rectangle 20">
            <a:extLst>
              <a:ext uri="{FF2B5EF4-FFF2-40B4-BE49-F238E27FC236}">
                <a16:creationId xmlns:a16="http://schemas.microsoft.com/office/drawing/2014/main" id="{2486C390-80E3-5682-7AEF-EF0484C0F9B4}"/>
              </a:ext>
            </a:extLst>
          </p:cNvPr>
          <p:cNvSpPr/>
          <p:nvPr/>
        </p:nvSpPr>
        <p:spPr>
          <a:xfrm>
            <a:off x="8801259" y="1555275"/>
            <a:ext cx="970721" cy="74543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Input</a:t>
            </a:r>
          </a:p>
        </p:txBody>
      </p:sp>
      <p:sp>
        <p:nvSpPr>
          <p:cNvPr id="30" name="TextBox 29">
            <a:extLst>
              <a:ext uri="{FF2B5EF4-FFF2-40B4-BE49-F238E27FC236}">
                <a16:creationId xmlns:a16="http://schemas.microsoft.com/office/drawing/2014/main" id="{E07080A1-B2CB-58AC-6FD2-B58F69D5CB86}"/>
              </a:ext>
            </a:extLst>
          </p:cNvPr>
          <p:cNvSpPr txBox="1"/>
          <p:nvPr/>
        </p:nvSpPr>
        <p:spPr>
          <a:xfrm>
            <a:off x="5474083" y="1169255"/>
            <a:ext cx="1814711" cy="369332"/>
          </a:xfrm>
          <a:prstGeom prst="rect">
            <a:avLst/>
          </a:prstGeom>
          <a:noFill/>
        </p:spPr>
        <p:txBody>
          <a:bodyPr wrap="square" rtlCol="0">
            <a:spAutoFit/>
          </a:bodyPr>
          <a:lstStyle/>
          <a:p>
            <a:r>
              <a:rPr lang="en-US" dirty="0"/>
              <a:t>Turnout Sensor</a:t>
            </a:r>
          </a:p>
        </p:txBody>
      </p:sp>
      <p:sp>
        <p:nvSpPr>
          <p:cNvPr id="31" name="Rectangle 30">
            <a:extLst>
              <a:ext uri="{FF2B5EF4-FFF2-40B4-BE49-F238E27FC236}">
                <a16:creationId xmlns:a16="http://schemas.microsoft.com/office/drawing/2014/main" id="{C19DAB95-86D2-B28A-4365-B2ABDF685353}"/>
              </a:ext>
            </a:extLst>
          </p:cNvPr>
          <p:cNvSpPr/>
          <p:nvPr/>
        </p:nvSpPr>
        <p:spPr>
          <a:xfrm>
            <a:off x="7796303" y="1538588"/>
            <a:ext cx="616226" cy="40474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MP4</a:t>
            </a:r>
          </a:p>
        </p:txBody>
      </p:sp>
      <p:sp>
        <p:nvSpPr>
          <p:cNvPr id="34" name="Rectangle 33">
            <a:extLst>
              <a:ext uri="{FF2B5EF4-FFF2-40B4-BE49-F238E27FC236}">
                <a16:creationId xmlns:a16="http://schemas.microsoft.com/office/drawing/2014/main" id="{38DCBA24-AB1C-A39A-C794-9E515AE63335}"/>
              </a:ext>
            </a:extLst>
          </p:cNvPr>
          <p:cNvSpPr/>
          <p:nvPr/>
        </p:nvSpPr>
        <p:spPr>
          <a:xfrm>
            <a:off x="7547232" y="3643718"/>
            <a:ext cx="2765287" cy="9398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Universal Translator</a:t>
            </a:r>
          </a:p>
        </p:txBody>
      </p:sp>
      <p:sp>
        <p:nvSpPr>
          <p:cNvPr id="35" name="Rectangle 34">
            <a:extLst>
              <a:ext uri="{FF2B5EF4-FFF2-40B4-BE49-F238E27FC236}">
                <a16:creationId xmlns:a16="http://schemas.microsoft.com/office/drawing/2014/main" id="{CBBE4BC4-4D9F-477D-4C80-750609692B3D}"/>
              </a:ext>
            </a:extLst>
          </p:cNvPr>
          <p:cNvSpPr/>
          <p:nvPr/>
        </p:nvSpPr>
        <p:spPr>
          <a:xfrm>
            <a:off x="9827158" y="5381929"/>
            <a:ext cx="485361" cy="3937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TT</a:t>
            </a:r>
          </a:p>
        </p:txBody>
      </p:sp>
      <p:cxnSp>
        <p:nvCxnSpPr>
          <p:cNvPr id="38" name="Straight Connector 37">
            <a:extLst>
              <a:ext uri="{FF2B5EF4-FFF2-40B4-BE49-F238E27FC236}">
                <a16:creationId xmlns:a16="http://schemas.microsoft.com/office/drawing/2014/main" id="{C7FDD7DC-F18D-95C9-C77D-BC6D57B60FA5}"/>
              </a:ext>
            </a:extLst>
          </p:cNvPr>
          <p:cNvCxnSpPr>
            <a:stCxn id="35" idx="0"/>
          </p:cNvCxnSpPr>
          <p:nvPr/>
        </p:nvCxnSpPr>
        <p:spPr>
          <a:xfrm flipH="1" flipV="1">
            <a:off x="10069838" y="4583518"/>
            <a:ext cx="1" cy="798411"/>
          </a:xfrm>
          <a:prstGeom prst="line">
            <a:avLst/>
          </a:prstGeom>
        </p:spPr>
        <p:style>
          <a:lnRef idx="1">
            <a:schemeClr val="accent1"/>
          </a:lnRef>
          <a:fillRef idx="0">
            <a:schemeClr val="accent1"/>
          </a:fillRef>
          <a:effectRef idx="0">
            <a:schemeClr val="accent1"/>
          </a:effectRef>
          <a:fontRef idx="minor">
            <a:schemeClr val="tx1"/>
          </a:fontRef>
        </p:style>
      </p:cxnSp>
      <p:cxnSp>
        <p:nvCxnSpPr>
          <p:cNvPr id="53" name="Elbow Connector 52">
            <a:extLst>
              <a:ext uri="{FF2B5EF4-FFF2-40B4-BE49-F238E27FC236}">
                <a16:creationId xmlns:a16="http://schemas.microsoft.com/office/drawing/2014/main" id="{98DB3378-2073-3042-3817-24CC1DF21DA2}"/>
              </a:ext>
            </a:extLst>
          </p:cNvPr>
          <p:cNvCxnSpPr>
            <a:cxnSpLocks/>
            <a:stCxn id="31" idx="0"/>
            <a:endCxn id="21" idx="0"/>
          </p:cNvCxnSpPr>
          <p:nvPr/>
        </p:nvCxnSpPr>
        <p:spPr>
          <a:xfrm rot="16200000" flipH="1">
            <a:off x="8687174" y="955829"/>
            <a:ext cx="16687" cy="1182204"/>
          </a:xfrm>
          <a:prstGeom prst="bentConnector3">
            <a:avLst>
              <a:gd name="adj1" fmla="val -1369929"/>
            </a:avLst>
          </a:prstGeom>
        </p:spPr>
        <p:style>
          <a:lnRef idx="1">
            <a:schemeClr val="accent1"/>
          </a:lnRef>
          <a:fillRef idx="0">
            <a:schemeClr val="accent1"/>
          </a:fillRef>
          <a:effectRef idx="0">
            <a:schemeClr val="accent1"/>
          </a:effectRef>
          <a:fontRef idx="minor">
            <a:schemeClr val="tx1"/>
          </a:fontRef>
        </p:style>
      </p:cxnSp>
      <p:cxnSp>
        <p:nvCxnSpPr>
          <p:cNvPr id="56" name="Elbow Connector 55">
            <a:extLst>
              <a:ext uri="{FF2B5EF4-FFF2-40B4-BE49-F238E27FC236}">
                <a16:creationId xmlns:a16="http://schemas.microsoft.com/office/drawing/2014/main" id="{79641B9A-3A3D-29C4-6717-97B5AF96E711}"/>
              </a:ext>
            </a:extLst>
          </p:cNvPr>
          <p:cNvCxnSpPr>
            <a:cxnSpLocks/>
          </p:cNvCxnSpPr>
          <p:nvPr/>
        </p:nvCxnSpPr>
        <p:spPr>
          <a:xfrm rot="16200000" flipH="1">
            <a:off x="8720601" y="2402380"/>
            <a:ext cx="2096785" cy="419100"/>
          </a:xfrm>
          <a:prstGeom prst="bentConnector3">
            <a:avLst>
              <a:gd name="adj1" fmla="val -11780"/>
            </a:avLst>
          </a:prstGeom>
        </p:spPr>
        <p:style>
          <a:lnRef idx="1">
            <a:schemeClr val="accent1"/>
          </a:lnRef>
          <a:fillRef idx="0">
            <a:schemeClr val="accent1"/>
          </a:fillRef>
          <a:effectRef idx="0">
            <a:schemeClr val="accent1"/>
          </a:effectRef>
          <a:fontRef idx="minor">
            <a:schemeClr val="tx1"/>
          </a:fontRef>
        </p:style>
      </p:cxnSp>
      <p:cxnSp>
        <p:nvCxnSpPr>
          <p:cNvPr id="61" name="Elbow Connector 60">
            <a:extLst>
              <a:ext uri="{FF2B5EF4-FFF2-40B4-BE49-F238E27FC236}">
                <a16:creationId xmlns:a16="http://schemas.microsoft.com/office/drawing/2014/main" id="{868CAEA5-011A-173D-61BC-4C56D7F60231}"/>
              </a:ext>
            </a:extLst>
          </p:cNvPr>
          <p:cNvCxnSpPr>
            <a:cxnSpLocks/>
          </p:cNvCxnSpPr>
          <p:nvPr/>
        </p:nvCxnSpPr>
        <p:spPr>
          <a:xfrm rot="16200000" flipH="1">
            <a:off x="7991501" y="1566671"/>
            <a:ext cx="2105127" cy="2073998"/>
          </a:xfrm>
          <a:prstGeom prst="bentConnector3">
            <a:avLst>
              <a:gd name="adj1" fmla="val -17568"/>
            </a:avLst>
          </a:prstGeom>
        </p:spPr>
        <p:style>
          <a:lnRef idx="1">
            <a:schemeClr val="accent1"/>
          </a:lnRef>
          <a:fillRef idx="0">
            <a:schemeClr val="accent1"/>
          </a:fillRef>
          <a:effectRef idx="0">
            <a:schemeClr val="accent1"/>
          </a:effectRef>
          <a:fontRef idx="minor">
            <a:schemeClr val="tx1"/>
          </a:fontRef>
        </p:style>
      </p:cxnSp>
      <p:sp>
        <p:nvSpPr>
          <p:cNvPr id="70" name="Rectangle 69">
            <a:extLst>
              <a:ext uri="{FF2B5EF4-FFF2-40B4-BE49-F238E27FC236}">
                <a16:creationId xmlns:a16="http://schemas.microsoft.com/office/drawing/2014/main" id="{773696C9-58BA-C5C1-0864-2AA26A19BF44}"/>
              </a:ext>
            </a:extLst>
          </p:cNvPr>
          <p:cNvSpPr/>
          <p:nvPr/>
        </p:nvSpPr>
        <p:spPr>
          <a:xfrm>
            <a:off x="8801258" y="2595323"/>
            <a:ext cx="970721" cy="74543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12v Output</a:t>
            </a:r>
          </a:p>
        </p:txBody>
      </p:sp>
      <p:cxnSp>
        <p:nvCxnSpPr>
          <p:cNvPr id="71" name="Elbow Connector 70">
            <a:extLst>
              <a:ext uri="{FF2B5EF4-FFF2-40B4-BE49-F238E27FC236}">
                <a16:creationId xmlns:a16="http://schemas.microsoft.com/office/drawing/2014/main" id="{34F6FC4F-C1BA-9B3D-4D53-D7712A59EAF6}"/>
              </a:ext>
            </a:extLst>
          </p:cNvPr>
          <p:cNvCxnSpPr>
            <a:cxnSpLocks/>
          </p:cNvCxnSpPr>
          <p:nvPr/>
        </p:nvCxnSpPr>
        <p:spPr>
          <a:xfrm rot="16200000" flipH="1">
            <a:off x="8139315" y="2133249"/>
            <a:ext cx="853674" cy="443160"/>
          </a:xfrm>
          <a:prstGeom prst="bentConnector3">
            <a:avLst>
              <a:gd name="adj1" fmla="val 101228"/>
            </a:avLst>
          </a:prstGeom>
        </p:spPr>
        <p:style>
          <a:lnRef idx="1">
            <a:schemeClr val="accent1"/>
          </a:lnRef>
          <a:fillRef idx="0">
            <a:schemeClr val="accent1"/>
          </a:fillRef>
          <a:effectRef idx="0">
            <a:schemeClr val="accent1"/>
          </a:effectRef>
          <a:fontRef idx="minor">
            <a:schemeClr val="tx1"/>
          </a:fontRef>
        </p:style>
      </p:cxnSp>
      <p:cxnSp>
        <p:nvCxnSpPr>
          <p:cNvPr id="78" name="Elbow Connector 77">
            <a:extLst>
              <a:ext uri="{FF2B5EF4-FFF2-40B4-BE49-F238E27FC236}">
                <a16:creationId xmlns:a16="http://schemas.microsoft.com/office/drawing/2014/main" id="{E392C635-5F64-2151-B522-96B2E0272071}"/>
              </a:ext>
            </a:extLst>
          </p:cNvPr>
          <p:cNvCxnSpPr>
            <a:cxnSpLocks/>
          </p:cNvCxnSpPr>
          <p:nvPr/>
        </p:nvCxnSpPr>
        <p:spPr>
          <a:xfrm>
            <a:off x="7859543" y="1960020"/>
            <a:ext cx="996146" cy="910660"/>
          </a:xfrm>
          <a:prstGeom prst="bentConnector3">
            <a:avLst>
              <a:gd name="adj1" fmla="val -1085"/>
            </a:avLst>
          </a:prstGeom>
        </p:spPr>
        <p:style>
          <a:lnRef idx="1">
            <a:schemeClr val="accent1"/>
          </a:lnRef>
          <a:fillRef idx="0">
            <a:schemeClr val="accent1"/>
          </a:fillRef>
          <a:effectRef idx="0">
            <a:schemeClr val="accent1"/>
          </a:effectRef>
          <a:fontRef idx="minor">
            <a:schemeClr val="tx1"/>
          </a:fontRef>
        </p:style>
      </p:cxnSp>
      <p:cxnSp>
        <p:nvCxnSpPr>
          <p:cNvPr id="84" name="Elbow Connector 83">
            <a:extLst>
              <a:ext uri="{FF2B5EF4-FFF2-40B4-BE49-F238E27FC236}">
                <a16:creationId xmlns:a16="http://schemas.microsoft.com/office/drawing/2014/main" id="{0E291BA6-E0A8-51A2-E0F5-A6B5182932A3}"/>
              </a:ext>
            </a:extLst>
          </p:cNvPr>
          <p:cNvCxnSpPr>
            <a:cxnSpLocks/>
            <a:stCxn id="31" idx="2"/>
            <a:endCxn id="70" idx="0"/>
          </p:cNvCxnSpPr>
          <p:nvPr/>
        </p:nvCxnSpPr>
        <p:spPr>
          <a:xfrm rot="16200000" flipH="1">
            <a:off x="8369522" y="1678225"/>
            <a:ext cx="651991" cy="1182203"/>
          </a:xfrm>
          <a:prstGeom prst="bentConnector3">
            <a:avLst>
              <a:gd name="adj1" fmla="val 80489"/>
            </a:avLst>
          </a:prstGeom>
        </p:spPr>
        <p:style>
          <a:lnRef idx="1">
            <a:schemeClr val="accent1"/>
          </a:lnRef>
          <a:fillRef idx="0">
            <a:schemeClr val="accent1"/>
          </a:fillRef>
          <a:effectRef idx="0">
            <a:schemeClr val="accent1"/>
          </a:effectRef>
          <a:fontRef idx="minor">
            <a:schemeClr val="tx1"/>
          </a:fontRef>
        </p:style>
      </p:cxnSp>
      <p:cxnSp>
        <p:nvCxnSpPr>
          <p:cNvPr id="12" name="Elbow Connector 11">
            <a:extLst>
              <a:ext uri="{FF2B5EF4-FFF2-40B4-BE49-F238E27FC236}">
                <a16:creationId xmlns:a16="http://schemas.microsoft.com/office/drawing/2014/main" id="{8AEB7E13-9E05-D1ED-2EC8-767C950731DE}"/>
              </a:ext>
            </a:extLst>
          </p:cNvPr>
          <p:cNvCxnSpPr>
            <a:cxnSpLocks/>
          </p:cNvCxnSpPr>
          <p:nvPr/>
        </p:nvCxnSpPr>
        <p:spPr>
          <a:xfrm rot="5400000" flipH="1" flipV="1">
            <a:off x="8615630" y="1212875"/>
            <a:ext cx="5792" cy="818519"/>
          </a:xfrm>
          <a:prstGeom prst="bentConnector3">
            <a:avLst>
              <a:gd name="adj1" fmla="val 4046823"/>
            </a:avLst>
          </a:prstGeom>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D364B3E6-0C3A-7496-CF4D-CC299F3CAFD7}"/>
              </a:ext>
            </a:extLst>
          </p:cNvPr>
          <p:cNvSpPr/>
          <p:nvPr/>
        </p:nvSpPr>
        <p:spPr>
          <a:xfrm>
            <a:off x="8412529" y="4911752"/>
            <a:ext cx="2186423" cy="132439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Panel</a:t>
            </a:r>
          </a:p>
        </p:txBody>
      </p:sp>
      <p:sp>
        <p:nvSpPr>
          <p:cNvPr id="14" name="TextBox 13">
            <a:extLst>
              <a:ext uri="{FF2B5EF4-FFF2-40B4-BE49-F238E27FC236}">
                <a16:creationId xmlns:a16="http://schemas.microsoft.com/office/drawing/2014/main" id="{B27FBED3-8427-B4A2-8EED-B69E4E54A7BB}"/>
              </a:ext>
            </a:extLst>
          </p:cNvPr>
          <p:cNvSpPr txBox="1"/>
          <p:nvPr/>
        </p:nvSpPr>
        <p:spPr>
          <a:xfrm>
            <a:off x="5453751" y="2528834"/>
            <a:ext cx="1814711" cy="369332"/>
          </a:xfrm>
          <a:prstGeom prst="rect">
            <a:avLst/>
          </a:prstGeom>
          <a:noFill/>
        </p:spPr>
        <p:txBody>
          <a:bodyPr wrap="square" rtlCol="0">
            <a:spAutoFit/>
          </a:bodyPr>
          <a:lstStyle/>
          <a:p>
            <a:r>
              <a:rPr lang="en-US" dirty="0"/>
              <a:t>Turnout Control</a:t>
            </a:r>
          </a:p>
        </p:txBody>
      </p:sp>
      <p:sp>
        <p:nvSpPr>
          <p:cNvPr id="15" name="TextBox 14">
            <a:extLst>
              <a:ext uri="{FF2B5EF4-FFF2-40B4-BE49-F238E27FC236}">
                <a16:creationId xmlns:a16="http://schemas.microsoft.com/office/drawing/2014/main" id="{C7A4622B-BCC1-4FCF-7D3E-0099B60FD939}"/>
              </a:ext>
            </a:extLst>
          </p:cNvPr>
          <p:cNvSpPr txBox="1"/>
          <p:nvPr/>
        </p:nvSpPr>
        <p:spPr>
          <a:xfrm>
            <a:off x="5453751" y="3928952"/>
            <a:ext cx="1814711" cy="369332"/>
          </a:xfrm>
          <a:prstGeom prst="rect">
            <a:avLst/>
          </a:prstGeom>
          <a:noFill/>
        </p:spPr>
        <p:txBody>
          <a:bodyPr wrap="square" rtlCol="0">
            <a:spAutoFit/>
          </a:bodyPr>
          <a:lstStyle/>
          <a:p>
            <a:r>
              <a:rPr lang="en-US" dirty="0"/>
              <a:t>Touch Toggles</a:t>
            </a:r>
          </a:p>
        </p:txBody>
      </p:sp>
      <p:sp>
        <p:nvSpPr>
          <p:cNvPr id="16" name="Rectangle 15">
            <a:extLst>
              <a:ext uri="{FF2B5EF4-FFF2-40B4-BE49-F238E27FC236}">
                <a16:creationId xmlns:a16="http://schemas.microsoft.com/office/drawing/2014/main" id="{998D0B34-3372-DA9E-CE63-421D88E8D018}"/>
              </a:ext>
            </a:extLst>
          </p:cNvPr>
          <p:cNvSpPr/>
          <p:nvPr/>
        </p:nvSpPr>
        <p:spPr>
          <a:xfrm>
            <a:off x="5453751" y="3409453"/>
            <a:ext cx="5358411" cy="3146539"/>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ABDBF5EC-92FD-DF0D-8B27-ECA83E6C118B}"/>
              </a:ext>
            </a:extLst>
          </p:cNvPr>
          <p:cNvSpPr/>
          <p:nvPr/>
        </p:nvSpPr>
        <p:spPr>
          <a:xfrm>
            <a:off x="5453751" y="2366679"/>
            <a:ext cx="5358411" cy="103868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BA6433A2-D625-9429-0C12-3A0F764500C0}"/>
              </a:ext>
            </a:extLst>
          </p:cNvPr>
          <p:cNvSpPr/>
          <p:nvPr/>
        </p:nvSpPr>
        <p:spPr>
          <a:xfrm>
            <a:off x="5453751" y="976460"/>
            <a:ext cx="5358411" cy="139848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C7E1203F-D833-63C7-095F-4844D00941AD}"/>
              </a:ext>
            </a:extLst>
          </p:cNvPr>
          <p:cNvSpPr txBox="1"/>
          <p:nvPr/>
        </p:nvSpPr>
        <p:spPr>
          <a:xfrm>
            <a:off x="667265" y="1075038"/>
            <a:ext cx="4411283" cy="3970318"/>
          </a:xfrm>
          <a:prstGeom prst="rect">
            <a:avLst/>
          </a:prstGeom>
          <a:noFill/>
        </p:spPr>
        <p:txBody>
          <a:bodyPr wrap="square" rtlCol="0">
            <a:spAutoFit/>
          </a:bodyPr>
          <a:lstStyle/>
          <a:p>
            <a:r>
              <a:rPr lang="en-US" dirty="0"/>
              <a:t>The Aux relay on the MP4 switches is used to connect to the input ports on the DNIN8 as feedback for Normal and Reverse positions. The NC position should be used to drive the input indication on the universal translator. </a:t>
            </a:r>
          </a:p>
          <a:p>
            <a:endParaRPr lang="en-US" dirty="0"/>
          </a:p>
          <a:p>
            <a:r>
              <a:rPr lang="en-US" dirty="0"/>
              <a:t>A separate pair of inputs connect the switch contacts to an input on the DNIN8 to detect when the turnout button is pressed. </a:t>
            </a:r>
          </a:p>
          <a:p>
            <a:endParaRPr lang="en-US" dirty="0"/>
          </a:p>
          <a:p>
            <a:r>
              <a:rPr lang="en-US" dirty="0"/>
              <a:t>The universal translator allows the indication on the touch toggle to be represented by the position of the motor. This is necessary when also having DCC control of the turnout. </a:t>
            </a:r>
          </a:p>
        </p:txBody>
      </p:sp>
      <p:cxnSp>
        <p:nvCxnSpPr>
          <p:cNvPr id="20" name="Elbow Connector 19">
            <a:extLst>
              <a:ext uri="{FF2B5EF4-FFF2-40B4-BE49-F238E27FC236}">
                <a16:creationId xmlns:a16="http://schemas.microsoft.com/office/drawing/2014/main" id="{5C903D08-D721-C7E8-FCE0-A36EC77DEBD2}"/>
              </a:ext>
            </a:extLst>
          </p:cNvPr>
          <p:cNvCxnSpPr>
            <a:cxnSpLocks/>
          </p:cNvCxnSpPr>
          <p:nvPr/>
        </p:nvCxnSpPr>
        <p:spPr>
          <a:xfrm rot="16200000" flipH="1">
            <a:off x="8566961" y="2889949"/>
            <a:ext cx="2096785" cy="419100"/>
          </a:xfrm>
          <a:prstGeom prst="bentConnector3">
            <a:avLst>
              <a:gd name="adj1" fmla="val -11780"/>
            </a:avLst>
          </a:prstGeom>
        </p:spPr>
        <p:style>
          <a:lnRef idx="1">
            <a:schemeClr val="accent1"/>
          </a:lnRef>
          <a:fillRef idx="0">
            <a:schemeClr val="accent1"/>
          </a:fillRef>
          <a:effectRef idx="0">
            <a:schemeClr val="accent1"/>
          </a:effectRef>
          <a:fontRef idx="minor">
            <a:schemeClr val="tx1"/>
          </a:fontRef>
        </p:style>
      </p:cxnSp>
      <p:cxnSp>
        <p:nvCxnSpPr>
          <p:cNvPr id="22" name="Elbow Connector 21">
            <a:extLst>
              <a:ext uri="{FF2B5EF4-FFF2-40B4-BE49-F238E27FC236}">
                <a16:creationId xmlns:a16="http://schemas.microsoft.com/office/drawing/2014/main" id="{CFCA46CF-27B4-6F28-0315-1062F5D2E21E}"/>
              </a:ext>
            </a:extLst>
          </p:cNvPr>
          <p:cNvCxnSpPr>
            <a:cxnSpLocks/>
          </p:cNvCxnSpPr>
          <p:nvPr/>
        </p:nvCxnSpPr>
        <p:spPr>
          <a:xfrm rot="16200000" flipH="1">
            <a:off x="8661559" y="2798863"/>
            <a:ext cx="2096785" cy="419100"/>
          </a:xfrm>
          <a:prstGeom prst="bentConnector3">
            <a:avLst>
              <a:gd name="adj1" fmla="val -11780"/>
            </a:avLst>
          </a:prstGeom>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458F680C-BDB4-C4B8-4283-4C3746A088FE}"/>
              </a:ext>
            </a:extLst>
          </p:cNvPr>
          <p:cNvSpPr txBox="1"/>
          <p:nvPr/>
        </p:nvSpPr>
        <p:spPr>
          <a:xfrm>
            <a:off x="5295077" y="447592"/>
            <a:ext cx="1601849" cy="369332"/>
          </a:xfrm>
          <a:prstGeom prst="rect">
            <a:avLst/>
          </a:prstGeom>
          <a:noFill/>
        </p:spPr>
        <p:txBody>
          <a:bodyPr wrap="none" rtlCol="0">
            <a:spAutoFit/>
          </a:bodyPr>
          <a:lstStyle/>
          <a:p>
            <a:pPr algn="ctr"/>
            <a:r>
              <a:rPr lang="en-US" dirty="0"/>
              <a:t>Turnout Wiring</a:t>
            </a:r>
          </a:p>
        </p:txBody>
      </p:sp>
    </p:spTree>
    <p:extLst>
      <p:ext uri="{BB962C8B-B14F-4D97-AF65-F5344CB8AC3E}">
        <p14:creationId xmlns:p14="http://schemas.microsoft.com/office/powerpoint/2010/main" val="32449747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EC9E776-3807-8F4C-79C8-36AEA68A3BA4}"/>
              </a:ext>
            </a:extLst>
          </p:cNvPr>
          <p:cNvPicPr>
            <a:picLocks noChangeAspect="1"/>
          </p:cNvPicPr>
          <p:nvPr/>
        </p:nvPicPr>
        <p:blipFill>
          <a:blip r:embed="rId2"/>
          <a:stretch>
            <a:fillRect/>
          </a:stretch>
        </p:blipFill>
        <p:spPr>
          <a:xfrm>
            <a:off x="550682" y="1002311"/>
            <a:ext cx="7772400" cy="5456692"/>
          </a:xfrm>
          <a:prstGeom prst="rect">
            <a:avLst/>
          </a:prstGeom>
        </p:spPr>
      </p:pic>
      <p:sp>
        <p:nvSpPr>
          <p:cNvPr id="3" name="TextBox 2">
            <a:extLst>
              <a:ext uri="{FF2B5EF4-FFF2-40B4-BE49-F238E27FC236}">
                <a16:creationId xmlns:a16="http://schemas.microsoft.com/office/drawing/2014/main" id="{B2321232-EAA9-4130-20A9-D9DBC6D56061}"/>
              </a:ext>
            </a:extLst>
          </p:cNvPr>
          <p:cNvSpPr txBox="1"/>
          <p:nvPr/>
        </p:nvSpPr>
        <p:spPr>
          <a:xfrm>
            <a:off x="4854284" y="447592"/>
            <a:ext cx="2483437" cy="369332"/>
          </a:xfrm>
          <a:prstGeom prst="rect">
            <a:avLst/>
          </a:prstGeom>
          <a:noFill/>
        </p:spPr>
        <p:txBody>
          <a:bodyPr wrap="none" rtlCol="0">
            <a:spAutoFit/>
          </a:bodyPr>
          <a:lstStyle/>
          <a:p>
            <a:pPr algn="ctr"/>
            <a:r>
              <a:rPr lang="en-US" dirty="0"/>
              <a:t>Control Node Placement</a:t>
            </a:r>
          </a:p>
        </p:txBody>
      </p:sp>
    </p:spTree>
    <p:extLst>
      <p:ext uri="{BB962C8B-B14F-4D97-AF65-F5344CB8AC3E}">
        <p14:creationId xmlns:p14="http://schemas.microsoft.com/office/powerpoint/2010/main" val="38339421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54FD26-4BBF-CF33-E1EC-9B3DB7C4A37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AD4F99E-2701-CCB6-1ACD-AD59DD7459AD}"/>
              </a:ext>
            </a:extLst>
          </p:cNvPr>
          <p:cNvSpPr txBox="1"/>
          <p:nvPr/>
        </p:nvSpPr>
        <p:spPr>
          <a:xfrm>
            <a:off x="5566789" y="458225"/>
            <a:ext cx="1058431" cy="369332"/>
          </a:xfrm>
          <a:prstGeom prst="rect">
            <a:avLst/>
          </a:prstGeom>
          <a:noFill/>
        </p:spPr>
        <p:txBody>
          <a:bodyPr wrap="none" rtlCol="0">
            <a:spAutoFit/>
          </a:bodyPr>
          <a:lstStyle/>
          <a:p>
            <a:pPr algn="ctr"/>
            <a:r>
              <a:rPr lang="en-US" dirty="0"/>
              <a:t>Protocols</a:t>
            </a:r>
          </a:p>
        </p:txBody>
      </p:sp>
      <p:sp>
        <p:nvSpPr>
          <p:cNvPr id="3" name="TextBox 2">
            <a:extLst>
              <a:ext uri="{FF2B5EF4-FFF2-40B4-BE49-F238E27FC236}">
                <a16:creationId xmlns:a16="http://schemas.microsoft.com/office/drawing/2014/main" id="{F1DC4B9E-C76D-84CD-3219-C48A3C20B170}"/>
              </a:ext>
            </a:extLst>
          </p:cNvPr>
          <p:cNvSpPr txBox="1"/>
          <p:nvPr/>
        </p:nvSpPr>
        <p:spPr>
          <a:xfrm>
            <a:off x="669852" y="1150709"/>
            <a:ext cx="10781413" cy="5249066"/>
          </a:xfrm>
          <a:prstGeom prst="rect">
            <a:avLst/>
          </a:prstGeom>
          <a:noFill/>
        </p:spPr>
        <p:txBody>
          <a:bodyPr wrap="square" rtlCol="0">
            <a:spAutoFit/>
          </a:bodyPr>
          <a:lstStyle/>
          <a:p>
            <a:r>
              <a:rPr lang="en-US" b="1" dirty="0"/>
              <a:t>Digital Command Control (DCC)</a:t>
            </a:r>
          </a:p>
          <a:p>
            <a:r>
              <a:rPr lang="en-US" dirty="0"/>
              <a:t>DCC sends both power and digital commands through the rails, giving each locomotive independent control. A DCC bridge passes accessory commands to LCN so turnouts and automation can be operated from both throttles and JMRI.</a:t>
            </a:r>
          </a:p>
          <a:p>
            <a:endParaRPr lang="en-US" dirty="0"/>
          </a:p>
          <a:p>
            <a:r>
              <a:rPr lang="en-US" b="1" dirty="0"/>
              <a:t>JMRI (Java Model Railroad Interface)</a:t>
            </a:r>
          </a:p>
          <a:p>
            <a:r>
              <a:rPr lang="en-US" dirty="0"/>
              <a:t>JMRI is the software hub for decoder programming, dispatching, and control panels. It controls turnouts via DCC and receives LCN state through MQTT for real-time block, turnout, and signal feedback.</a:t>
            </a:r>
          </a:p>
          <a:p>
            <a:br>
              <a:rPr lang="en-US" dirty="0"/>
            </a:br>
            <a:r>
              <a:rPr lang="en-US" b="1" dirty="0"/>
              <a:t>LCN (Layout Control Nodes)</a:t>
            </a:r>
          </a:p>
          <a:p>
            <a:r>
              <a:rPr lang="en-US" dirty="0"/>
              <a:t>LCN is a wireless, distributed control system running LCOS. Nodes placed near devices handle block detection, turnouts, signals, lighting, and automation. The DCC bridge ensures accessory commands are shared between JMRI and handheld throttles.</a:t>
            </a:r>
          </a:p>
          <a:p>
            <a:br>
              <a:rPr lang="en-US" dirty="0"/>
            </a:br>
            <a:r>
              <a:rPr lang="en-US" b="1" dirty="0"/>
              <a:t>MQTT</a:t>
            </a:r>
          </a:p>
          <a:p>
            <a:r>
              <a:rPr lang="en-US" dirty="0"/>
              <a:t>MQTT is the messaging layer linking JMRI and LCN. A custom LCOS node will broadcast LCN state, allowing JMRI to capture turnout commands and sensor feedback.</a:t>
            </a:r>
          </a:p>
          <a:p>
            <a:endParaRPr lang="en-US" dirty="0"/>
          </a:p>
        </p:txBody>
      </p:sp>
    </p:spTree>
    <p:extLst>
      <p:ext uri="{BB962C8B-B14F-4D97-AF65-F5344CB8AC3E}">
        <p14:creationId xmlns:p14="http://schemas.microsoft.com/office/powerpoint/2010/main" val="23842172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22260</TotalTime>
  <Words>511</Words>
  <Application>Microsoft Macintosh PowerPoint</Application>
  <PresentationFormat>Widescreen</PresentationFormat>
  <Paragraphs>176</Paragraphs>
  <Slides>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Arial</vt:lpstr>
      <vt:lpstr>Calibri</vt:lpstr>
      <vt:lpstr>Calibri Light</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Lee Nevo</dc:creator>
  <cp:lastModifiedBy>Lee Nevo</cp:lastModifiedBy>
  <cp:revision>18</cp:revision>
  <cp:lastPrinted>2025-09-23T00:24:51Z</cp:lastPrinted>
  <dcterms:created xsi:type="dcterms:W3CDTF">2025-09-20T13:08:46Z</dcterms:created>
  <dcterms:modified xsi:type="dcterms:W3CDTF">2025-12-08T20:26:43Z</dcterms:modified>
</cp:coreProperties>
</file>