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(Barn / West Yard)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(Digicon East End heads on OU2/OU3)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Mast 36RA, S1-3, Mast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Head 2036, Mast 38LB, Head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Head 2035, Mast 40LB, Head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N:C2-IN1-1, R:C2-IN1-2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N:C2-IN1-3, R:C2-IN1-4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N:C2-IN1-5, R:C2-IN1-6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N:C2-IN3-1, R:C2-IN3-2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Mast 24L, Mast 24RA, Head 24RB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N:C2-IN1-7, R:C2-IN1-8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Head 32R, S2-1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N:C2-IN3-3, R:C2-IN3-4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Mast 34L, Mast 34R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N:C5-IN1-3, R:C5-IN1-4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N:C5-IN1-5, R:C5-IN1-6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N:C5-IN1-1, R:C5-IN1-2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Mast 8RA, Mast 8LA, Head 8LB / Mast 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N:C6-IN1-1, R:C6-IN1-2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Mast 2L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N:C6-IN1-7, R:C6-IN1-8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N:C6-IN1-3, R:C6-IN1-4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Head 4RA, Head 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N:C6-IN1-5, R:C6-IN1-6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Head 6LA, S3-6, Mast 6LB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N:C8-IN1-5, R:C8-IN1-6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N:C8-IN1-3, R:C8-IN1-4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N:C8-IN1-7, R:C8-IN1-8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N:C8-IN1-1, R:C8-IN1-2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N:C9-IN1-1, R:C9-IN1-2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N:C9-IN1-3, R:C9-IN1-4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N:C9-IN1-5, R:C9-IN1-6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C11-IN1-7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N:C11-IN1-1, R:C11-IN1-2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N:C11-IN1-3, R:C11-IN1-4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(Barn / West Yard)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8RB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8RB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37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39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35b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35a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C2 - North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C3 - North - Lower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S-4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S-3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S-2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S-1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S-R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C4 - West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C5 - West - Lower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Barn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7b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EH-3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EH-2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EH-1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C6 - Peninsula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W-2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W-1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Brick-Plane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Scale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C7 - Helix (Digicon East End heads on OU2/OU3)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C8 -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C9 -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C10 - North - Upper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C10-OU1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C10-OU2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C12 - West - Upper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