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signals)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(Plane / Brick)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Lower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overflow)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turnouts 107–112)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S1-3,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S1-1, 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S3-6,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32R, S2-1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113a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signals)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(Plane / Brick)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Peninsula - Lower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overflow)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turnouts 107–112)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S2-8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10050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