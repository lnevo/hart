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(Switch 15–21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Switch 25–33)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64L, 64R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66RA, 66RB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68L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76L, 78RA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82L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84RA, 84RB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62L, 66RB, 66RA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70L, 70RA, 70RB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72L, 74RA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76L, 76R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78RA, 78RB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76L, 78RB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90L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92L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74L, 74RA, 74RB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(Switch 15–21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Switch 25–33)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86L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86L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86L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76L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84RA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68L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68L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68L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64L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66RB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61c,140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61a,126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72L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72L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72L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70RA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71b,123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71a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69a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92L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92L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92L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90L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90L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90L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77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75b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82L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82L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82L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78RA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88L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88L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88L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89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70RB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74RB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