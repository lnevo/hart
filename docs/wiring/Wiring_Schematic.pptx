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west 24)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(103–106 motors)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(Brick / Plane)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east 40 + balloon)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34 + turnouts 107–112)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S1-3,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S3-10, S3-7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S3-13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S1-1, 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S3-6,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32R, S2-1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west 24)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(103–106 motors)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West - Lower (Brick / Plane)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east 40 + balloon)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34 + turnouts 107–112)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