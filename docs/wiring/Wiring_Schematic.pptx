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Wiring Schematic - Node Summary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5657"/>
                <a:gridCol w="1175657"/>
                <a:gridCol w="1175657"/>
                <a:gridCol w="1175657"/>
                <a:gridCol w="1175657"/>
                <a:gridCol w="1175657"/>
                <a:gridCol w="1175658"/>
              </a:tblGrid>
              <a:tr h="359228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Node ID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Location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Radio Address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12V Boards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5V Boards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Input Boards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Num Blocks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Helix - Lower (Princess)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/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North - Lower (East End west 24)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West - Lower (Switch 15–21 motors)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</a:t>
                      </a:r>
                    </a:p>
                  </a:txBody>
                  <a:tcPr/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West - Lower (Brick / Plane)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Helix (Princess east 40 + balloon)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</a:t>
                      </a:r>
                    </a:p>
                  </a:txBody>
                  <a:tcPr/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North - Lower (East End 34 + Switch 25–33)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West - Lower (Barn)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/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West - Upper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Helix - Upper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/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North - Upper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West - Upper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/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Peninsula - Upper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9236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North - Upper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Turnout Summary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92608" y="1289304"/>
          <a:ext cx="41148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457200"/>
                <a:gridCol w="822960"/>
                <a:gridCol w="1280160"/>
                <a:gridCol w="914400"/>
              </a:tblGrid>
              <a:tr h="264694"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Turnout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Node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Button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Feedback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Signals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C1-IN2-1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N:C1-IN1-1, R:C1-IN1-2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36RA, 36RB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C1-IN2-2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N:C1-IN1-3, R:C1-IN1-4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2036, 38LB, 38LA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C1-IN2-3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N:C1-IN1-5, R:C1-IN1-6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2035, 40LB, 40LA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C3-IN2-1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N:C3-IN1-1, R:C3-IN1-2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S3-10, S3-7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C3-IN2-2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N:C3-IN1-3, R:C3-IN1-4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S3-11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C3-IN2-3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N:C3-IN1-5, R:C3-IN1-6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S3-12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C3-IN2-4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N:C3-IN1-7, R:C3-IN1-8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S3-13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C4-IN2-1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N:C4-IN1-1, R:C4-IN1-2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C4-IN2-4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N:C4-IN1-7, R:C4-IN1-8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C4-IN2-2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N:C4-IN1-3, R:C4-IN1-4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4RA, 4RB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C4-IN2-3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N:C4-IN1-5, R:C4-IN1-6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6LA, 6LB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C21-IN2-3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N:C21-IN1-5, R:C21-IN1-6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S4-3, S4-1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C21-IN2-2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N:C21-IN1-3, R:C21-IN1-4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S4-2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SW138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C21-IN2-4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N:C21-IN1-7, R:C21-IN1-8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S4-4, S4-5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C12-IN2-5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N:C12-IN3-1, R:C12-IN3-2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24L, 24RA, 24RB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C12-IN2-1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N:C12-IN1-1, R:C12-IN1-2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S2-6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C12-IN2-2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N:C12-IN1-3, R:C12-IN1-4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S2-7</a:t>
                      </a:r>
                    </a:p>
                  </a:txBody>
                  <a:tcPr/>
                </a:tc>
              </a:tr>
              <a:tr h="264708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C12-IN2-3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N:C12-IN1-5, R:C12-IN1-6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S2-8, S2-5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736592" y="1289304"/>
          <a:ext cx="41148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457200"/>
                <a:gridCol w="822960"/>
                <a:gridCol w="1280160"/>
                <a:gridCol w="914400"/>
              </a:tblGrid>
              <a:tr h="264694"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Turnout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Node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Button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Feedback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Signals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C12-IN2-4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N:C12-IN1-7, R:C12-IN1-8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32R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33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C12-IN2-6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N:C12-IN3-3, R:C12-IN3-4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34L, 34R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C13-IN2-2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N:C13-IN1-3, R:C13-IN1-4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C13-IN2-1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N:C13-IN1-1, R:C13-IN1-2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8RA, 8LA, 8LB / 8RB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Switch 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C13-IN2-3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N:C13-IN1-5, R:C13-IN1-6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SW144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C14-IN2-1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N:C14-IN1-1, R:C14-IN1-2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S6-1, S6-4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C14-IN2-2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N:C14-IN1-3, R:C14-IN1-4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S6-10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SW146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C14-IN2-3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N:C14-IN1-5, R:C14-IN1-6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S6-11, S6-12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C14-IN2-4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N:C14-IN1-7, R:C14-IN1-8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NIX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C21-IN2-1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N:C21-IN1-1, R:C21-IN1-2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S4-6, S4-5, S4-4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DJE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C22-IN2-1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N:C22-IN1-1, R:C22-IN1-2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S5-1, S5-5, S5-6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DJW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C22-IN2-2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N:C22-IN1-3, R:C22-IN1-4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S5-2, S5-4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CBX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C23-IN1-7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N:C23-IN1-1, R:C23-IN1-2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S6-1, S6-2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SW143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C23-IN1-8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N:C23-IN1-3, R:C23-IN1-4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S6-4, S6-5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C24-IN2-1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N:C24-IN1-1, R:C24-IN1-2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S6-1, S6-5</a:t>
                      </a:r>
                    </a:p>
                  </a:txBody>
                  <a:tcPr/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SW149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C24-IN2-2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N:C24-IN1-3, R:C24-IN1-4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S6-14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469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C24-IN2-3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N:C24-IN1-5, R:C24-IN1-6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S6-15</a:t>
                      </a:r>
                    </a:p>
                  </a:txBody>
                  <a:tcPr/>
                </a:tc>
              </a:tr>
              <a:tr h="264708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SW124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C32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C22-IN2-3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N:C22-IN1-5, R:C22-IN1-6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S5-3, S5-4, S5-7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C1 - Helix - Lower (Princess)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35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35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37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37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39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39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36RA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36RA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36RA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36RA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36RA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36RA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38LA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Block sensor calibration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36RB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36RB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36RB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36RB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36RB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36RB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38LA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38LA Y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35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35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37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37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39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39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35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37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39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McKees Rocks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McKeesport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37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39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35b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35a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East Lead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West Main Ext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C2 (was C3) - North - Lower (East End west 24)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24RA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24RA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24RA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24RA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24RA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24RA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Block sensor calibration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24L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24L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24L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24L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24L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24L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S2-6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 RELAY 1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S2-6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S2-6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S2-7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S2-7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S2-7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24RB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24RB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24RB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25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25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27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27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29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29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31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31 R FB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25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27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29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31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Main West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Unused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Main East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Track 5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Track 4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Track 3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Track 2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Track 1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C3 (was C4) - West - Lower (Switch 15–21 motors)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C3-OU1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15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15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17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17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19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19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21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21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C3-OU2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S3-6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S3-6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S3-6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S3-7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S3-7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S3-7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S3-11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Block sensor calibration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C3-OU3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S3-8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S3-8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S3-8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S3-9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S3-9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S3-9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S3-11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S3-11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C3-IN1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15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15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17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17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19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19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21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21 R FB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C3-IN2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15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17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19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21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C3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13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15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17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Unused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19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Unused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Unused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C4 (was C6) - West - Lower (Brick / Plane)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C4-OU1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5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5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13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13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C4-OU2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6LB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6LB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6LB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6LB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6LB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6LB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6LA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Block sensor calibration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C4-OU3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2L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2L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2L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2L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2L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2L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6LA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6LA Y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C4-IN1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5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5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13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13 R FB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C4-IN2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5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13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C4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West Yard Track 2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West Yard Track 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5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Block 100-102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East Main Ext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C4-B4-2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T1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C11 (was C7) - Helix (Princess east 40 + balloon)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C11-OU1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SW129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SW129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SW127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SW127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SW138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SW138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C11-OU2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40LB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40LB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40LB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40LB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40LB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40LB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2035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Block sensor calibration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C11-OU3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40LA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40LA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40LA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2036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2036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2036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2035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2035 Y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310896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C11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Helix Inner A</a:t>
                      </a:r>
                    </a:p>
                  </a:txBody>
                  <a:tcPr anchor="t"/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Helix Outer A</a:t>
                      </a:r>
                    </a:p>
                  </a:txBody>
                  <a:tcPr anchor="t"/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Helix Inner B</a:t>
                      </a:r>
                    </a:p>
                  </a:txBody>
                  <a:tcPr anchor="t"/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C11-B2-2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Helix Outer B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C12 (was C2) - North - Lower (East End 34 + Switch 25–33)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C12-OU1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25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25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27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27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29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29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31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31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C12-OU2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34L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34L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34L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34L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34L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34L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32R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Block sensor calibration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C12-OU3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34R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34R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34R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34R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34R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34R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32R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32R Y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C12-IN1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25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25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27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27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29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29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31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31 R FB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C12-IN2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25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27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29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31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23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33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C12-IN3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23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23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33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33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C12-IN3-8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C13 (was C5) - West - Lower (Barn)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C13-OU1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8RA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8RA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8RA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8RA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8RA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8RA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S3-14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Block sensor calibration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C13-OU2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8LA T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8LA T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8LA T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8LA 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8LA B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8LA B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8LB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Head 8LB Y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C13-OU3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9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9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C13-IN1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9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9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C13-IN2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9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C13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T6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11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 (TO8)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7 (TO6)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T11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T10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Yard T9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C13-B4-2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Switch 9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C14 (was C12) - West - Upper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C14-OU1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SW144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SW144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SW145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SW145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SW146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SW146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SW147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SW147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C14-OU2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S6-2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S6-2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S6-2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S6-13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S6-13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S6-13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S6-11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Block sensor calibration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C14-OU3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S6-5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S6-5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S6-5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S6-11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S6-11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C14-IN1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SW144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SW144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SW145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SW145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SW146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SW146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SW147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SW147 R FB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C14-IN2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SW144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SW145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SW146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SW147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C14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SW143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SW144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SW145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SW146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SW147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PTT1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PTT2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C14-B4-2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TT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C21 (was C8) - Helix - Upper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C21-OU1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NIX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NIX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C21-OU2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S4-1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S4-1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S4-1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S4-2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S4-2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S4-2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S4-5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Block sensor calibration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C21-OU3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S4-3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S4-3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S4-3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S4-4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S4-4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S4-4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S4-5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S4-5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C21-IN1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NIX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NIX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SW129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SW129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SW127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SW127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SW138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SW138 R FB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C21-IN2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NIX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SW129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SW127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SW138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C21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NIL A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NIL 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SW129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Outer Leg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SW127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SW138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SW139,140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C21-B4-2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SW125,126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C22 (was C9) - North - Upper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C22-OU1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DJE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DJE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DJW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DJW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C22-OU2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S5-1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S5-1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S5-1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S5-2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S5-2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S5-2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S5-5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Block sensor calibration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C22-OU3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S5-3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S5-3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S5-3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S5-4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S5-4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S5-4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S5-5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S5-5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C22-IN1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DJE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DJE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DJW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DJW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SW124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SW124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C22-IN2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DJE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DJW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SW124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C22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Closet Inner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Closet Outer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SW124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SW122,123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SW120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Outside Outer A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C22-B4-2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Outside Inner A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C23 (was C11) - West - Upper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C23-OU1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CBX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CBX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SW143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SW143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Reserved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C23-OU2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S6-6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S6-6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S6-6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S6-8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S6-8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S6-8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S6-12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Block sensor calibration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C23-OU3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S6-15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S6-15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S6-15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S6-14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S6-14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S6-14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S6-12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S6-12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C23-IN1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CBX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CBX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SW143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SW143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CBX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SW143 BTN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C23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Outside Inner 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Outside Outer 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 Inner A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 Inner 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 Outer A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 Outer 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C23-B4-2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SW142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C24 (was C13) - Peninsula - Upper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C24-OU1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SW148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SW148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SW149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SW149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SW150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SW150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S6-10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S6-10 R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C24-OU2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S6-3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S6-3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S6-3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S6-9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S6-9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S6-9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S6-10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Block sensor calibration</a:t>
                      </a: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C24-OU3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S6-4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S6-4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C24-OU3-3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S6-4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C24-OU3-4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S6-7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C24-OU3-5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S6-7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C24-OU3-6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S6-7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C24-OU3-7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C24-OU3-8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C24-IN1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SW148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SW148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SW149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SW149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SW150 N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SW150 R FB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C24-IN2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SW148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SW149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SW150 BTN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C24-IN2-8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4818888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C24 Blocks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C24-B1-1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SW148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C24-B1-2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SW149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C24-B2-1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SW150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C24-B2-2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BW1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C24-B3-1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BW2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C24-B3-2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WH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C24-B4-1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 Siding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C24-B4-2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CB Station</a:t>
                      </a: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Node C32 (was C10) - North - Upper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C32-OU1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C32-OU1-1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SW124 N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C32-OU1-2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SW124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C32-OU1-3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C32-OU1-4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C32-OU1-5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C32-OU1-6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C32-OU1-7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C32-OU1-8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825496"/>
          <a:ext cx="4114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172720">
                <a:tc gridSpan="2"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C32-OU2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C32-OU2-1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S5-6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C32-OU2-2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S5-6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C32-OU2-3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S5-6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C32-OU2-4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S5-7 G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C32-OU2-5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S5-7 R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C32-OU2-6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S5-7 Y</a:t>
                      </a: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C32-OU2-7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  <a:tr h="17272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  <a:r>
                        <a:t>C32-OU2-8</a:t>
                      </a:r>
                    </a:p>
                  </a:txBody>
                  <a:tcPr anchor="t"/>
                </a:tc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800"/>
                      </a:pPr>
                    </a:p>
                  </a:txBody>
                  <a:tcPr anchor="t"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