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(Princess)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signals)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(Plane / Brick)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(Princess overflow)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turnouts 107–112)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(Barn)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36RA, S1-3,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2036, 38LB,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2035, 40LB,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N:C3-IN1-1, R:C3-IN1-2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S3-10, S3-7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N:C3-IN1-3, R:C3-IN1-4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N:C3-IN1-5, R:C3-IN1-6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N:C3-IN1-7, R:C3-IN1-8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S3-13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S1-1, 4RA, 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6LA, S3-6, 6LB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N:C21-IN1-5, R:C21-IN1-6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S4-3, S4-1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N:C21-IN1-3, R:C21-IN1-4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N:C21-IN1-7, R:C21-IN1-8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S4-4, S4-5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S2-8, S2-5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N:C12-IN3-1, R:C12-IN3-2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24L, 24RA, 24RB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32R, S2-1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N:C12-IN3-3, R:C12-IN3-4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34L, 34R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8RA, 8LA, 8LB / 8RB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N:C14-IN1-1, R:C14-IN1-2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N:C14-IN1-3, R:C14-IN1-4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S6-10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N:C14-IN1-5, R:C14-IN1-6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S6-11, S6-12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N:C14-IN1-7, R:C14-IN1-8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N:C21-IN1-1, R:C21-IN1-2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S4-6, S4-5, S4-4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N:C22-IN1-1, R:C22-IN1-2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S5-1, S5-5, S5-6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N:C22-IN1-3, R:C22-IN1-4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S5-2, S5-4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N:C23-IN1-1, R:C23-IN1-2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N:C23-IN1-3, R:C23-IN1-4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S6-4, S6-5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N:C24-IN1-1, R:C24-IN1-2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N:C24-IN1-3, R:C24-IN1-4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N:C24-IN1-5, R:C24-IN1-6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N:C22-IN1-5, R:C22-IN1-6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S5-3, S5-4, S5-7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(Princess)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38LB 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(was C3) - North - Lower (East End signals)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(was C4) - West - Lower (Plane / Brick)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4RA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4RB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(was C6) - Peninsula - Lower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100-102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(was C7) - Helix (Princess overflow)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(was C2) - North - Lower (East End turnouts 107–112)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(was C5) - West - Lower (Barn)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(TO8)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(TO6)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C14 (was C12)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C21 (was C8)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SW139,140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SW125,126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C22 (was C9)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SW122,123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C23 (was C11)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SW142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C24 (was C13)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C32 (was C10)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