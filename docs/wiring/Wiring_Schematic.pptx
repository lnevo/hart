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(Barn / West Yard)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(Digicon East End heads on OU2/OU3)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113RA, S1-3, 113RB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114R, 114LB, 114LA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115R, 115LB, 115LA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N:C2-IN1-1, R:C2-IN1-2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N:C2-IN1-3, R:C2-IN1-4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N:C2-IN1-5, R:C2-IN1-6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N:C2-IN1-7, R:C2-IN1-8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110R,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N:C2-IN3-1, R:C2-IN3-2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111L, 111RA, 111RB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C2-IN2-6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N:C2-IN3-3, R:C2-IN3-4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112L, 112R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N:C5-IN1-1, R:C5-IN1-2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117RA, 117LA, 117LB / 117RB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N:C5-IN1-3, R:C5-IN1-4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C5-IN2-3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N:C5-IN1-5, R:C5-IN1-6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N:C6-IN1-1, R:C6-IN1-2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100L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N:C6-IN1-3, R:C6-IN1-4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101RA, 101RB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N:C6-IN1-5, R:C6-IN1-6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102LA, S3-6, 102LB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C6-IN2-4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N:C6-IN1-7, R:C6-IN1-8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N:C8-IN1-5, R:C8-IN1-6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N:C8-IN1-3, R:C8-IN1-4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N:C8-IN1-7, R:C8-IN1-8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C8-IN2-1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N:C8-IN1-1, R:C8-IN1-2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N:C9-IN1-1, R:C9-IN1-2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N:C9-IN1-3, R:C9-IN1-4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C9-IN2-3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N:C9-IN1-5, R:C9-IN1-6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C11-IN1-7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N:C11-IN1-1, R:C11-IN1-2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N:C11-IN1-3, R:C11-IN1-4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(Barn / West Yard)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117RA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117RA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117LB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117RB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117RB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117LA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117LA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S1-4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114 / K-2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115 / K-1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C2 - North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C3 - North - Lower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S-5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S-4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S-3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S-1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C4 - West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102LB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102LB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102LA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102LA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101RA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101RB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100L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100L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C5 - West - Lower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C5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Barn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117b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EH-1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EH-2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EH-3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C5-B4-2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C6 - Peninsula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C6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W-2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W-1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OS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Brick-Plane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Scale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C7 - Helix (Digicon East End heads on OU2/OU3)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111RA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111RA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111L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111L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111RB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112L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112L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110R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112R Top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112R Bottom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C7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C8 -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C6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C8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C8-B4-2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C9 -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C7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C9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C9-B4-2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C10 - North - Upper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C10-OU1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C10-OU2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C10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C12 - West - Upper (cont'd)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