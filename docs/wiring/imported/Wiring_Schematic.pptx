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Wiring Schematic - Node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3592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Node ID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Radio Address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12V Boards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5V Boards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Input Boards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Num Blocks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Helix - 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North - Lower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North - 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West - Lower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West - 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Peninsula - Lower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Helix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Helix - Upper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North - Upper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North - Upper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West - Upper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West - Upper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Peninsula - Upper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Turnout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92608" y="1289304"/>
          <a:ext cx="4114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57200"/>
                <a:gridCol w="822960"/>
                <a:gridCol w="1280160"/>
                <a:gridCol w="914400"/>
              </a:tblGrid>
              <a:tr h="264694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Turnout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Button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Feedback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Signals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C1-IN2-1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N:C1-IN1-1, R:C1-IN1-2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S1-1, S1-3, S1-2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C1-IN2-2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N:C1-IN1-3, R:C1-IN1-4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S1-4, S1-5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C1-IN2-3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N:C1-IN1-5, R:C1-IN1-6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S1-6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C2-IN2-1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N:C2-IN1-1, R:C2-IN1-2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S2-6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C2-IN2-2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N:C2-IN1-3, R:C2-IN1-4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S2-7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C2-IN2-3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N:C2-IN1-5, R:C2-IN1-6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S2-8, S2-5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C2-IN2-4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N:C2-IN1-7, R:C2-IN1-8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S2-9, S2-1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C2-IN2-5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N:C2-IN3-1, R:C2-IN3-2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S1-2, S2-4, S2-1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C2-IN2-6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N:C2-IN3-3, R:C2-IN3-4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S4-1, S2-3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C4-IN2-1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N:C4-IN1-1, R:C4-IN1-2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S3-10, S3-7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C4-IN2-2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N:C4-IN1-3, R:C4-IN1-4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S3-11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C4-IN2-3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N:C4-IN1-5, R:C4-IN1-6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S3-12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C4-IN2-4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N:C4-IN1-7, R:C4-IN1-8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S3-13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C5-IN2-1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N:C5-IN1-1, R:C5-IN1-2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C5-IN2-2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N:C5-IN1-3, R:C5-IN1-4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C5-IN2-3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N:C5-IN1-5, R:C5-IN1-6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C6-IN2-1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N:C6-IN1-1, R:C6-IN1-2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S3-14</a:t>
                      </a:r>
                    </a:p>
                  </a:txBody>
                  <a:tcPr/>
                </a:tc>
              </a:tr>
              <a:tr h="26470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C6-IN2-2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N:C6-IN1-3, R:C6-IN1-4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S1-1, S3-3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36592" y="1289304"/>
          <a:ext cx="4114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57200"/>
                <a:gridCol w="822960"/>
                <a:gridCol w="1280160"/>
                <a:gridCol w="914400"/>
              </a:tblGrid>
              <a:tr h="264694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Turnout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Button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Feedback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Signals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C6-IN2-3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N:C6-IN1-5, R:C6-IN1-6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S3-1, S3-6, S3-7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C6-IN2-4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N:C6-IN1-7, R:C6-IN1-8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C8-IN2-3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N:C8-IN1-5, R:C8-IN1-6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S4-3, S4-1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C8-IN2-2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N:C8-IN1-3, R:C8-IN1-4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S4-2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C8-IN2-4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N:C8-IN1-7, R:C8-IN1-8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S4-4, S4-5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NIX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C8-IN2-1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N:C8-IN1-1, R:C8-IN1-2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S4-6, S4-5, S4-4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C9-IN2-1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N:C9-IN1-1, R:C9-IN1-2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S5-1, S5-5, S5-6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DJW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C9-IN2-2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N:C9-IN1-3, R:C9-IN1-4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S5-2, S5-4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C9-IN2-3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N:C9-IN1-5, R:C9-IN1-6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S5-3, S5-4, S5-7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CBX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C11-IN1-7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N:C11-IN1-1, R:C11-IN1-2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S6-1, S6-2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C11-IN1-8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N:C11-IN1-3, R:C11-IN1-4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S6-4, S6-5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C12-IN2-1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N:C12-IN1-1, R:C12-IN1-2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S6-1, S6-4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C12-IN2-2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N:C12-IN1-3, R:C12-IN1-4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S6-10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C12-IN2-3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N:C12-IN1-5, R:C12-IN1-6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S6-11, S6-12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C12-IN2-4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N:C12-IN1-7, R:C12-IN1-8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C13-IN2-1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N:C13-IN1-1, R:C13-IN1-2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S6-1, S6-5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C13-IN2-2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N:C13-IN1-3, R:C13-IN1-4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S6-14</a:t>
                      </a:r>
                    </a:p>
                  </a:txBody>
                  <a:tcPr/>
                </a:tc>
              </a:tr>
              <a:tr h="26470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C13-IN2-3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N:C13-IN1-5, R:C13-IN1-6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C1 - Helix - Lower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113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114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115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115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S1-1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S1-1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S1-1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S1-2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S1-2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S1-2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S1-3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S1-3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S1-4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S1-4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113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113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114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114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115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115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113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114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115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McKees Rocks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McKeesport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114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115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113b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113a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East Lead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West Main Ext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C2 - North - Lower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S2-1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S2-1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S2-1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S2-2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S2-2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S2-2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S2-8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S2-9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S2-9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S2-9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S2-4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S2-4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S2-8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S2-8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R FB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111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C2-IN3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111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111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C3 - North - Lower (cont'd)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C3-OU1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C3-OU2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S2-5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S2-5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S2-5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S2-3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S2-3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S2-6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C3-OU3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S2-6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S2-6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S2-7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S2-7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C3-IN1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R FB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C3-IN2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C3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Main West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Unused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Main East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Track 5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Track 4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Track 3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Track 2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Track 1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C4 - West - Lower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C4-OU1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103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104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105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105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106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106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C4-OU2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S3-6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S3-6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S3-6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S3-7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S3-7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S3-11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C4-OU3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S3-8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S3-8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S3-8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S3-9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S3-9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S3-9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S3-11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S3-11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C4-IN1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103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103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104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104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105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105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106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106 R FB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C4-IN2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103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104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105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106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C4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116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103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104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Unused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105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Unused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106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Unused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C5 - West - Lower (cont'd)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C5-OU1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S3-10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S3-10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S3-10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S3-12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S3-12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S3-12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S3-14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S3-14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C5-OU2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S3-4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S3-4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S3-5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S3-5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S3-5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S3-14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C5-OU3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117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118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118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119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119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C5-IN1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117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117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118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118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119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119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C5-IN2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117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118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119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C5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T6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118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117 (TO8)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117 (TO6)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T11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T10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T9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C5-B4-2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119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C6 - Peninsula - Lower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C6-OU1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101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101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102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102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116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116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C6-OU2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S3-13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S3-13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C6-OU3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S3-2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S3-2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S3-2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S3-3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S3-3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C6-IN1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101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101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102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102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116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116 R FB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C6-IN2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101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102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116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C6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101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West Yard Track 2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West Yard Track 1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102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Block 100-102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East Main Ext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T1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C7 - Helix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C7-OU1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1129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1129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1127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10038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10038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C7-OU2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S1-5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S1-5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S1-5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S1-6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S1-6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S1-6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C7-OU3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S4-6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S4-6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S4-6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S4-7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S4-7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10896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C7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Helix Inner A</a:t>
                      </a:r>
                    </a:p>
                  </a:txBody>
                  <a:tcPr anchor="t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Helix Outer A</a:t>
                      </a:r>
                    </a:p>
                  </a:txBody>
                  <a:tcPr anchor="t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Helix Inner B</a:t>
                      </a:r>
                    </a:p>
                  </a:txBody>
                  <a:tcPr anchor="t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Helix Outer B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C8 - Helix - Upper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C8-OU1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NIX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NIX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C8-OU2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S4-1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S4-1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S4-1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S4-2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S4-2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S4-2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S4-5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C6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C8-OU3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S4-3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S4-3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S4-4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S4-4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S4-5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S4-5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C8-IN1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NIX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NIX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1129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1129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1127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1127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10038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10038 R FB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C8-IN2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NIX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1129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1127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10038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C8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NIL A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NIL 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SW129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Outer Leg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SW127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SW138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SW139,140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C8-B4-2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SW125,126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C9 - North - Upper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C9-OU1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DJE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DJE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DJW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DJW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C9-OU2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S5-1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S5-1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S5-1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S5-2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S5-2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S5-2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S5-5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C7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C9-OU3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S5-3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S5-3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S5-4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S5-4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S5-5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S5-5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C9-IN1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DJE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DJE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DJW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DJW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1124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1124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C9-IN2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DJE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DJW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1124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C9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Closet Inner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Closet Outer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SW124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SW122,123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SW120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SW121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Outside Outer A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C9-B4-2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Outside Inner A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C10 - North - Upper (cont'd)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C10-OU1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1124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C10-OU2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S5-6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S5-6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S5-6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S5-7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S5-7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C11 - West - Upper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C11-OU1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CBX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CBX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10043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C11-OU2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S6-6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S6-6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S6-6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S6-8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S6-8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S6-8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S6-12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C10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C11-OU3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S6-15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S6-15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S6-15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S6-14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S6-14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S6-12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S6-12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C11-IN1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CBX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CBX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10043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10043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CBX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10043 BTN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C11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Outside Inner 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Outside Outer 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 Inner A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 Inner 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 Outer A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 Outer 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SW141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SW142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C12 - West - Upper (cont'd)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C12-OU1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10044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10045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10045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10046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10046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10047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10047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C12-OU2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S6-2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S6-2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S6-2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S6-13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S6-13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S6-11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C12-OU3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S6-5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S6-5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S6-5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S6-11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S6-11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C12-IN1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10044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10044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10045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10045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10046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10046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10047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10047 R FB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C12-IN2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10044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10045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10046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10047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C12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SW143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SW144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SW145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SW146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SW147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PTT1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PTT2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TT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C13 - Peninsula - Upper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C13-OU1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10048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10048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10049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10049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10050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10050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S6-10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S6-10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C13-OU2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S6-3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S6-3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S6-9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S6-9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S6-9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S6-10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C13-OU3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S6-4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S6-4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S6-7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S6-7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C13-IN1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10048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10048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10049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10049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10050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10050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C13-IN2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10048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10049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10050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C13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SW148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SW149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SW150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BW1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BW2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WH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 Siding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 Station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